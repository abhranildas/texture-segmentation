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ranil" userId="9c3bab5a-3d97-44f6-bde7-7d357481cb18" providerId="ADAL" clId="{9F5C831C-CCF5-44B6-A5A6-0D396ED3A271}"/>
    <pc:docChg chg="modSld">
      <pc:chgData name="Abhranil" userId="9c3bab5a-3d97-44f6-bde7-7d357481cb18" providerId="ADAL" clId="{9F5C831C-CCF5-44B6-A5A6-0D396ED3A271}" dt="2023-09-25T16:11:25.580" v="8" actId="403"/>
      <pc:docMkLst>
        <pc:docMk/>
      </pc:docMkLst>
      <pc:sldChg chg="modSp mod">
        <pc:chgData name="Abhranil" userId="9c3bab5a-3d97-44f6-bde7-7d357481cb18" providerId="ADAL" clId="{9F5C831C-CCF5-44B6-A5A6-0D396ED3A271}" dt="2023-09-25T16:11:25.580" v="8" actId="403"/>
        <pc:sldMkLst>
          <pc:docMk/>
          <pc:sldMk cId="712036951" sldId="259"/>
        </pc:sldMkLst>
        <pc:spChg chg="mod">
          <ac:chgData name="Abhranil" userId="9c3bab5a-3d97-44f6-bde7-7d357481cb18" providerId="ADAL" clId="{9F5C831C-CCF5-44B6-A5A6-0D396ED3A271}" dt="2023-09-25T16:11:25.580" v="8" actId="403"/>
          <ac:spMkLst>
            <pc:docMk/>
            <pc:sldMk cId="712036951" sldId="259"/>
            <ac:spMk id="2" creationId="{76AF6F4D-AB84-4CCC-9307-FFC53AC78DE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AC22F-7EB2-487F-94BD-31151F74DC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953DA4-B311-460C-9538-79C3A288B8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70469-77F0-4D18-A5B3-0851777E3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3269A-F449-4945-B955-9A3D6EA49A87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1DE91-CBDA-4586-844B-CDC116BC4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314D8E-ECF3-4A69-94C9-487392D1D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6C311-4150-47EC-88BC-24DCBB2F1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431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A51B5-9892-4B8D-8A31-044BB1D27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F5440-43F5-427E-BED8-C6BB5CBA5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81852-AC70-4FC8-A0BA-C4EDD0981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3269A-F449-4945-B955-9A3D6EA49A87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FACD2-58E3-458F-A6C4-F5295D48C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556DA-C627-427A-A445-0352AAA2A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6C311-4150-47EC-88BC-24DCBB2F1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376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371A1-EEB7-40D1-9CA3-765FCE505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E53916-2E9E-4820-B6D4-32669453D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91C96-D7B6-42A5-980C-985DC5F4C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3269A-F449-4945-B955-9A3D6EA49A87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50AA7-E204-49C1-938F-75323DDCF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14768-E306-4EBB-87E9-35D69FA3C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6C311-4150-47EC-88BC-24DCBB2F1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593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F7B0B-A61B-4724-815A-C06314D98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852DD-3D24-47A0-A439-AB5C2BF9C2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070C0B-3085-40C8-B273-321623CECC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4046A3-4507-4E2A-A109-73D7DC6DE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3269A-F449-4945-B955-9A3D6EA49A87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0BF26E-7CB4-44EB-911A-EE579B369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8CD437-EC89-453D-BB43-66D5B7EB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6C311-4150-47EC-88BC-24DCBB2F1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245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8F254-1FD9-4365-8630-B92AF5C72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5759DE-4541-440B-BF2B-7F193F6BC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FAFE96-5429-46B3-837E-BE4785513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036A97-3123-4B5A-A6AA-D4E0810336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A4CE96-6C3F-4E5B-8841-8F631D8C1D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8982A-F191-4346-A950-51D07F21E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3269A-F449-4945-B955-9A3D6EA49A87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E31CA6-745E-43C6-8D8A-88FBDAB4A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27B494-8586-4F4A-A923-7B865FDEA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6C311-4150-47EC-88BC-24DCBB2F1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123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5EEBD-9467-4782-8884-BA8D5EB84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EDA564-EE94-4E66-A7F0-B986231ED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3269A-F449-4945-B955-9A3D6EA49A87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1C6C33-2C2E-48DA-ADF1-3681A2DC1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C21C57-4707-4883-B7E4-3D552C2C6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6C311-4150-47EC-88BC-24DCBB2F1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347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D8B905-ABD6-4878-ABAC-3D5561D77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3269A-F449-4945-B955-9A3D6EA49A87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2860AD-B442-49D2-886B-87D7E36D8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F90CA9-8C85-48C5-B763-DDD674B50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6C311-4150-47EC-88BC-24DCBB2F1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06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D11F0-6F64-464E-B114-55AECC6BF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7F763-BE21-4D72-9132-584B648B2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F2D875-5711-46E3-9EC7-85EC16D0B6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990C91-DBD4-4F2E-91CF-F05E2A0DE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3269A-F449-4945-B955-9A3D6EA49A87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AB7442-D87A-45B9-BD7C-D25CB46D1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296FCB-E196-442B-AD51-380399EEC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6C311-4150-47EC-88BC-24DCBB2F1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515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10A8F-64D5-497D-8E22-6F2F04378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72B011-D3FC-4F25-80A0-D53554C074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9B0277-FBC7-458F-A63C-3C3FE534D4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8EF372-3C47-4D9A-803E-DFC5C16AE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3269A-F449-4945-B955-9A3D6EA49A87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7968B8-3D4B-4AD0-94C1-6418C5FCD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87132B-B84C-4B0C-BD62-C9A0AA8FE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6C311-4150-47EC-88BC-24DCBB2F1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670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4E0FB-C854-4514-8A8B-97496FBF0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41BBD3-2D6E-4C2B-8EC4-3D5C494DD3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DEBCD-6206-4941-819A-1558D804E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3269A-F449-4945-B955-9A3D6EA49A87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E0AF8-2238-4FB2-AAC6-D18EFE623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F798B-C4AF-4E12-9E92-DEDDD3814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6C311-4150-47EC-88BC-24DCBB2F1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439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661BD1-7F3E-44FC-BEA3-F82385D550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5432B6-E775-4BA4-AE55-924B51E9AA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D5CB3-B7B3-40E2-8F93-522B4CEDF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3269A-F449-4945-B955-9A3D6EA49A87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0055D-2D56-4085-ABDC-68D05C840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E21608-FFE5-4DF1-A2EE-495FE4197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6C311-4150-47EC-88BC-24DCBB2F1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606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7EC9CB-DEEC-4F6F-9F4D-2558B89F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57E091-158B-4E85-B6E3-115E96BCF2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CE705-8761-47EC-A195-35BF5AF5C9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C3269A-F449-4945-B955-9A3D6EA49A87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7516D-7F53-4818-AE7A-0A38E4FF64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28DDB-00DA-42EF-A900-C4389B62FF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56C311-4150-47EC-88BC-24DCBB2F1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F6F4D-AB84-4CCC-9307-FFC53AC78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3548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How do we segment the world using textures?</a:t>
            </a:r>
          </a:p>
        </p:txBody>
      </p:sp>
    </p:spTree>
    <p:extLst>
      <p:ext uri="{BB962C8B-B14F-4D97-AF65-F5344CB8AC3E}">
        <p14:creationId xmlns:p14="http://schemas.microsoft.com/office/powerpoint/2010/main" val="712036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546C66A-0ACF-4FD8-BF25-14B4AC56823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2295" y="1998028"/>
            <a:ext cx="3407410" cy="2861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470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F957756-7516-4950-8CE8-84D01EF55B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5567" y="896588"/>
            <a:ext cx="4967474" cy="46324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414183-72C2-4EA7-8C12-5A3EC479CA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5567" y="896588"/>
            <a:ext cx="4967474" cy="46324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95A20FA-5D0F-49DA-81B3-DC1FB5EF9F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5567" y="896588"/>
            <a:ext cx="4967474" cy="46324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A9AD9A2-EBA1-460C-BDED-ECBB6B331E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5567" y="896588"/>
            <a:ext cx="4967474" cy="4632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041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9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</vt:lpstr>
      <vt:lpstr>Office Theme</vt:lpstr>
      <vt:lpstr>How do we segment the world using textures?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Abhranil Das</dc:creator>
  <cp:lastModifiedBy>Abhranil Das</cp:lastModifiedBy>
  <cp:revision>2</cp:revision>
  <dcterms:created xsi:type="dcterms:W3CDTF">2023-09-25T15:26:04Z</dcterms:created>
  <dcterms:modified xsi:type="dcterms:W3CDTF">2023-09-25T16:11:46Z</dcterms:modified>
</cp:coreProperties>
</file>