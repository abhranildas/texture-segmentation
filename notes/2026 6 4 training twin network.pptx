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2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F62D3AA-DC79-43F3-982F-FD29E5DB3BCE}" v="4" dt="2026-06-04T23:41:20.5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5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s, Abhranil" userId="9c3bab5a-3d97-44f6-bde7-7d357481cb18" providerId="ADAL" clId="{8CC20702-21C7-47EA-BE22-8F468D29D167}"/>
    <pc:docChg chg="custSel delSld modSld">
      <pc:chgData name="Das, Abhranil" userId="9c3bab5a-3d97-44f6-bde7-7d357481cb18" providerId="ADAL" clId="{8CC20702-21C7-47EA-BE22-8F468D29D167}" dt="2026-06-04T23:41:40.868" v="93" actId="1076"/>
      <pc:docMkLst>
        <pc:docMk/>
      </pc:docMkLst>
      <pc:sldChg chg="addSp delSp modSp mod">
        <pc:chgData name="Das, Abhranil" userId="9c3bab5a-3d97-44f6-bde7-7d357481cb18" providerId="ADAL" clId="{8CC20702-21C7-47EA-BE22-8F468D29D167}" dt="2026-06-04T23:41:40.868" v="93" actId="1076"/>
        <pc:sldMkLst>
          <pc:docMk/>
          <pc:sldMk cId="2633514692" sldId="272"/>
        </pc:sldMkLst>
        <pc:spChg chg="del">
          <ac:chgData name="Das, Abhranil" userId="9c3bab5a-3d97-44f6-bde7-7d357481cb18" providerId="ADAL" clId="{8CC20702-21C7-47EA-BE22-8F468D29D167}" dt="2026-06-04T21:52:14.177" v="2" actId="478"/>
          <ac:spMkLst>
            <pc:docMk/>
            <pc:sldMk cId="2633514692" sldId="272"/>
            <ac:spMk id="3" creationId="{47BF3DE0-1A89-93C2-1574-DBA9AAF1E1A7}"/>
          </ac:spMkLst>
        </pc:spChg>
        <pc:spChg chg="add mod">
          <ac:chgData name="Das, Abhranil" userId="9c3bab5a-3d97-44f6-bde7-7d357481cb18" providerId="ADAL" clId="{8CC20702-21C7-47EA-BE22-8F468D29D167}" dt="2026-06-04T23:41:40.868" v="93" actId="1076"/>
          <ac:spMkLst>
            <pc:docMk/>
            <pc:sldMk cId="2633514692" sldId="272"/>
            <ac:spMk id="4" creationId="{E8B99086-BA80-553C-F9CD-EAF07650A4B0}"/>
          </ac:spMkLst>
        </pc:spChg>
        <pc:spChg chg="add mod">
          <ac:chgData name="Das, Abhranil" userId="9c3bab5a-3d97-44f6-bde7-7d357481cb18" providerId="ADAL" clId="{8CC20702-21C7-47EA-BE22-8F468D29D167}" dt="2026-06-04T23:41:40.868" v="93" actId="1076"/>
          <ac:spMkLst>
            <pc:docMk/>
            <pc:sldMk cId="2633514692" sldId="272"/>
            <ac:spMk id="5" creationId="{A2338351-7D31-D58B-2EB8-7561A269B34C}"/>
          </ac:spMkLst>
        </pc:spChg>
        <pc:spChg chg="del">
          <ac:chgData name="Das, Abhranil" userId="9c3bab5a-3d97-44f6-bde7-7d357481cb18" providerId="ADAL" clId="{8CC20702-21C7-47EA-BE22-8F468D29D167}" dt="2026-06-04T21:52:07.795" v="1" actId="478"/>
          <ac:spMkLst>
            <pc:docMk/>
            <pc:sldMk cId="2633514692" sldId="272"/>
            <ac:spMk id="6" creationId="{C3A92B24-096A-4463-B0EF-276783EEF5DA}"/>
          </ac:spMkLst>
        </pc:spChg>
        <pc:spChg chg="del">
          <ac:chgData name="Das, Abhranil" userId="9c3bab5a-3d97-44f6-bde7-7d357481cb18" providerId="ADAL" clId="{8CC20702-21C7-47EA-BE22-8F468D29D167}" dt="2026-06-04T21:52:07.795" v="1" actId="478"/>
          <ac:spMkLst>
            <pc:docMk/>
            <pc:sldMk cId="2633514692" sldId="272"/>
            <ac:spMk id="7" creationId="{F692BCB6-D230-4800-BE06-337CA344B512}"/>
          </ac:spMkLst>
        </pc:spChg>
        <pc:spChg chg="del">
          <ac:chgData name="Das, Abhranil" userId="9c3bab5a-3d97-44f6-bde7-7d357481cb18" providerId="ADAL" clId="{8CC20702-21C7-47EA-BE22-8F468D29D167}" dt="2026-06-04T21:52:07.795" v="1" actId="478"/>
          <ac:spMkLst>
            <pc:docMk/>
            <pc:sldMk cId="2633514692" sldId="272"/>
            <ac:spMk id="9" creationId="{EF8FBE1C-346D-45CE-B21F-F4149A7D406A}"/>
          </ac:spMkLst>
        </pc:spChg>
        <pc:spChg chg="del">
          <ac:chgData name="Das, Abhranil" userId="9c3bab5a-3d97-44f6-bde7-7d357481cb18" providerId="ADAL" clId="{8CC20702-21C7-47EA-BE22-8F468D29D167}" dt="2026-06-04T21:52:07.795" v="1" actId="478"/>
          <ac:spMkLst>
            <pc:docMk/>
            <pc:sldMk cId="2633514692" sldId="272"/>
            <ac:spMk id="10" creationId="{F1267E7D-4A2B-47AD-A73F-041790297A4C}"/>
          </ac:spMkLst>
        </pc:spChg>
        <pc:spChg chg="del">
          <ac:chgData name="Das, Abhranil" userId="9c3bab5a-3d97-44f6-bde7-7d357481cb18" providerId="ADAL" clId="{8CC20702-21C7-47EA-BE22-8F468D29D167}" dt="2026-06-04T21:52:07.795" v="1" actId="478"/>
          <ac:spMkLst>
            <pc:docMk/>
            <pc:sldMk cId="2633514692" sldId="272"/>
            <ac:spMk id="12" creationId="{55CE9818-276E-4CBE-8A44-14D8FC505B19}"/>
          </ac:spMkLst>
        </pc:spChg>
        <pc:spChg chg="del">
          <ac:chgData name="Das, Abhranil" userId="9c3bab5a-3d97-44f6-bde7-7d357481cb18" providerId="ADAL" clId="{8CC20702-21C7-47EA-BE22-8F468D29D167}" dt="2026-06-04T21:52:07.795" v="1" actId="478"/>
          <ac:spMkLst>
            <pc:docMk/>
            <pc:sldMk cId="2633514692" sldId="272"/>
            <ac:spMk id="13" creationId="{63C0168F-C556-4F63-A4CF-3DC1D8666C94}"/>
          </ac:spMkLst>
        </pc:spChg>
        <pc:spChg chg="del">
          <ac:chgData name="Das, Abhranil" userId="9c3bab5a-3d97-44f6-bde7-7d357481cb18" providerId="ADAL" clId="{8CC20702-21C7-47EA-BE22-8F468D29D167}" dt="2026-06-04T21:52:07.795" v="1" actId="478"/>
          <ac:spMkLst>
            <pc:docMk/>
            <pc:sldMk cId="2633514692" sldId="272"/>
            <ac:spMk id="14" creationId="{C036095E-70A7-4326-895D-E93B5DE91601}"/>
          </ac:spMkLst>
        </pc:spChg>
        <pc:spChg chg="del">
          <ac:chgData name="Das, Abhranil" userId="9c3bab5a-3d97-44f6-bde7-7d357481cb18" providerId="ADAL" clId="{8CC20702-21C7-47EA-BE22-8F468D29D167}" dt="2026-06-04T21:52:07.795" v="1" actId="478"/>
          <ac:spMkLst>
            <pc:docMk/>
            <pc:sldMk cId="2633514692" sldId="272"/>
            <ac:spMk id="16" creationId="{B7ACE160-9842-4B6D-8FB7-03426A98F708}"/>
          </ac:spMkLst>
        </pc:spChg>
        <pc:spChg chg="del">
          <ac:chgData name="Das, Abhranil" userId="9c3bab5a-3d97-44f6-bde7-7d357481cb18" providerId="ADAL" clId="{8CC20702-21C7-47EA-BE22-8F468D29D167}" dt="2026-06-04T21:52:07.795" v="1" actId="478"/>
          <ac:spMkLst>
            <pc:docMk/>
            <pc:sldMk cId="2633514692" sldId="272"/>
            <ac:spMk id="19" creationId="{DF9B85F9-5D99-4DD3-B9BD-28A8FBA0C337}"/>
          </ac:spMkLst>
        </pc:spChg>
        <pc:spChg chg="del">
          <ac:chgData name="Das, Abhranil" userId="9c3bab5a-3d97-44f6-bde7-7d357481cb18" providerId="ADAL" clId="{8CC20702-21C7-47EA-BE22-8F468D29D167}" dt="2026-06-04T21:52:07.795" v="1" actId="478"/>
          <ac:spMkLst>
            <pc:docMk/>
            <pc:sldMk cId="2633514692" sldId="272"/>
            <ac:spMk id="20" creationId="{6307E6A1-6864-4FF5-B3C4-2A0F68A341C4}"/>
          </ac:spMkLst>
        </pc:spChg>
        <pc:picChg chg="add mod">
          <ac:chgData name="Das, Abhranil" userId="9c3bab5a-3d97-44f6-bde7-7d357481cb18" providerId="ADAL" clId="{8CC20702-21C7-47EA-BE22-8F468D29D167}" dt="2026-06-04T23:40:28.302" v="14" actId="1076"/>
          <ac:picMkLst>
            <pc:docMk/>
            <pc:sldMk cId="2633514692" sldId="272"/>
            <ac:picMk id="3" creationId="{FC1C610B-F6BA-7BBB-CEA8-81F193880F4B}"/>
          </ac:picMkLst>
        </pc:picChg>
        <pc:picChg chg="add mod">
          <ac:chgData name="Das, Abhranil" userId="9c3bab5a-3d97-44f6-bde7-7d357481cb18" providerId="ADAL" clId="{8CC20702-21C7-47EA-BE22-8F468D29D167}" dt="2026-06-04T23:40:28.302" v="14" actId="1076"/>
          <ac:picMkLst>
            <pc:docMk/>
            <pc:sldMk cId="2633514692" sldId="272"/>
            <ac:picMk id="21" creationId="{8FBE8BD8-709B-0531-D546-C673B401F1D5}"/>
          </ac:picMkLst>
        </pc:picChg>
      </pc:sldChg>
      <pc:sldChg chg="del">
        <pc:chgData name="Das, Abhranil" userId="9c3bab5a-3d97-44f6-bde7-7d357481cb18" providerId="ADAL" clId="{8CC20702-21C7-47EA-BE22-8F468D29D167}" dt="2026-06-04T21:52:05.048" v="0" actId="47"/>
        <pc:sldMkLst>
          <pc:docMk/>
          <pc:sldMk cId="2680132195" sldId="273"/>
        </pc:sldMkLst>
      </pc:sldChg>
      <pc:sldChg chg="del">
        <pc:chgData name="Das, Abhranil" userId="9c3bab5a-3d97-44f6-bde7-7d357481cb18" providerId="ADAL" clId="{8CC20702-21C7-47EA-BE22-8F468D29D167}" dt="2026-06-04T21:52:05.048" v="0" actId="47"/>
        <pc:sldMkLst>
          <pc:docMk/>
          <pc:sldMk cId="2331512787" sldId="274"/>
        </pc:sldMkLst>
      </pc:sldChg>
      <pc:sldChg chg="del">
        <pc:chgData name="Das, Abhranil" userId="9c3bab5a-3d97-44f6-bde7-7d357481cb18" providerId="ADAL" clId="{8CC20702-21C7-47EA-BE22-8F468D29D167}" dt="2026-06-04T21:52:05.048" v="0" actId="47"/>
        <pc:sldMkLst>
          <pc:docMk/>
          <pc:sldMk cId="1933882112" sldId="275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AE6D6-5E5F-4D24-ABDC-04D94D3F47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57C34A-EF60-4064-A639-B2BB9BD1D1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8C958D-54FA-4E02-A516-603E962B2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00644-97AC-4532-9BEC-6E79812260FC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ECBC41-4189-4EC6-BADC-A6C827B82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BC3D72-E533-4BB7-9C49-2D51CBA48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995BF-A883-4A38-A4A2-2CAFA5EEE6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513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AE833-7F27-4FC1-86F1-00A05485C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2C1232-E8AC-4E50-8900-10655B5BAC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6039F0-51B3-4ED5-B521-7311C9A81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00644-97AC-4532-9BEC-6E79812260FC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ABB83C-4BCE-41AC-B7AA-9CC030FE4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43FFFB-39D7-4945-BC2C-FF003ECD5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995BF-A883-4A38-A4A2-2CAFA5EEE6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2458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6C59F-1C2D-40D4-ABB6-1D2A8679D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A123B4-3D0C-405A-948C-FAA4BC9AE8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34BF78-57B3-4A28-A01A-AD5715FB7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00644-97AC-4532-9BEC-6E79812260FC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71AC9D-C6B6-4E39-B80C-489B90494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B01777-3382-410B-8B6F-EF6BCFE40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995BF-A883-4A38-A4A2-2CAFA5EEE6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4522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29C62-0831-482A-AACA-A28A0C3F9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56F44A-3DE8-44B6-86B8-F1E9A1194C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14398E-6F3E-4302-BC2F-F0336A58F8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DB327B-E4F0-48DD-BAE3-00FF07260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00644-97AC-4532-9BEC-6E79812260FC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C21A33-FE13-4062-9C91-CA891F2F9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19E118-AC10-4743-A14E-B8FE87FD3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995BF-A883-4A38-A4A2-2CAFA5EEE6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6334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FD65F-89FF-4708-8CDC-C6595930D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8EE0E1-7E58-4573-AB3C-9EFAB667B3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62EC11-5DA7-4AB7-9789-9682D76835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8D0F27-B8E9-4F22-9298-ED2D2D8D46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1DA022-8445-4AE0-B96F-D6084CA1F7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EB6E0C-6940-43A6-A554-BE90012CB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00644-97AC-4532-9BEC-6E79812260FC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82A9008-E74D-4F3D-83F8-DD3161FDE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9DBCE35-8407-490E-B7FC-14C98DE66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995BF-A883-4A38-A4A2-2CAFA5EEE6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9389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A76A9-09F9-42FB-8BD3-A4F6D2A71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5B2833-14A2-4BE7-A756-8CAD2D166C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00644-97AC-4532-9BEC-6E79812260FC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3BB2CB-F0E3-40C9-8EC8-3FF16423F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7F6CAF-B0CF-4D5B-8FD3-4CB1AACF2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995BF-A883-4A38-A4A2-2CAFA5EEE6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9440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77FDCC9-1DC4-4D51-AFDE-463DB30B0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00644-97AC-4532-9BEC-6E79812260FC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02110E-B07B-49FB-8D12-4A7D05FED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E8AD56-8391-41A6-972E-0772D8C4E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995BF-A883-4A38-A4A2-2CAFA5EEE6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929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88742-7103-4E42-975A-C1240E2B2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CF8F99-E3FE-4193-B3FE-BC004E5BC9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C667E4-8FC5-43A5-A6C9-15E01C5A22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576DDF-FD88-413D-AE6B-FDDFA4A32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00644-97AC-4532-9BEC-6E79812260FC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B9B6A2-176A-4EE1-A1CE-19E4587A1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A718BA-4255-4786-8016-6F8F1A217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995BF-A883-4A38-A4A2-2CAFA5EEE6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0839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BC611-0234-4A83-880D-35B7E4109C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CF6A8D-AA7B-41F3-BF49-40EB06D718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E22BC2-2741-4D1C-8042-2D6FE2FC3A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0FE4F8-EEDF-49F0-80E0-C2149E4A65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00644-97AC-4532-9BEC-6E79812260FC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7FAF70-264A-4931-BB6B-0C874D328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1D0604-3B37-4C85-A324-E3D02E840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995BF-A883-4A38-A4A2-2CAFA5EEE6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4033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6E855-ED7C-4DC5-9BCA-3F57F60D2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C5A55B-D062-4C8F-9075-96BCE0ED19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F7A9A8-517D-4A55-95D8-A7D7A89B6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00644-97AC-4532-9BEC-6E79812260FC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1E51F1-1700-4723-B602-E23B33815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DC16AE-7866-42FA-9C73-D8D7EA580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995BF-A883-4A38-A4A2-2CAFA5EEE6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6650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F8EEB2-7F7A-4CF3-8EE3-417C3B3872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032744-B06F-4AFF-AA13-3CF933FFBA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2175E7-4297-4A7C-9AC5-1F04A1E1C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00644-97AC-4532-9BEC-6E79812260FC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08FE47-7E91-4D0F-B6E0-B361BE4C3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F6B75F-488B-410A-BC05-3A12149D7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995BF-A883-4A38-A4A2-2CAFA5EEE6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5872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13C571-62D7-40E1-A898-6593C5487E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E726E2-B2A8-438D-A3F9-26C42EB396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BA0C39-8513-4B7D-9C03-2599405A54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600644-97AC-4532-9BEC-6E79812260FC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258DBB-9B51-45AE-B665-D76A856EAB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11160-2135-427D-B3FB-7D21AB7607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8995BF-A883-4A38-A4A2-2CAFA5EEE6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904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8FBE8BD8-709B-0531-D546-C673B401F1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9936" y="534880"/>
            <a:ext cx="8894194" cy="268105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C1C610B-F6BA-7BBB-CEA8-81F193880F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9936" y="3766602"/>
            <a:ext cx="8894194" cy="268419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8B99086-BA80-553C-F9CD-EAF07650A4B0}"/>
              </a:ext>
            </a:extLst>
          </p:cNvPr>
          <p:cNvSpPr txBox="1"/>
          <p:nvPr/>
        </p:nvSpPr>
        <p:spPr>
          <a:xfrm>
            <a:off x="161451" y="1393794"/>
            <a:ext cx="22093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trained on </a:t>
            </a:r>
            <a:r>
              <a:rPr lang="en-US" sz="1600" dirty="0" err="1"/>
              <a:t>Brodatz</a:t>
            </a:r>
            <a:r>
              <a:rPr lang="en-US" sz="1600" dirty="0"/>
              <a:t> 1-50,</a:t>
            </a:r>
          </a:p>
          <a:p>
            <a:r>
              <a:rPr lang="en-US" sz="1600" dirty="0"/>
              <a:t>tested on </a:t>
            </a:r>
            <a:r>
              <a:rPr lang="en-US" sz="1600" dirty="0" err="1"/>
              <a:t>Brodatz</a:t>
            </a:r>
            <a:r>
              <a:rPr lang="en-US" sz="1600" dirty="0"/>
              <a:t> 51-60</a:t>
            </a:r>
            <a:endParaRPr lang="pt-BR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338351-7D31-D58B-2EB8-7561A269B34C}"/>
              </a:ext>
            </a:extLst>
          </p:cNvPr>
          <p:cNvSpPr txBox="1"/>
          <p:nvPr/>
        </p:nvSpPr>
        <p:spPr>
          <a:xfrm>
            <a:off x="161451" y="4724400"/>
            <a:ext cx="24284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trained on natural patches,</a:t>
            </a:r>
          </a:p>
          <a:p>
            <a:r>
              <a:rPr lang="en-US" sz="1600" dirty="0"/>
              <a:t>tested on </a:t>
            </a:r>
            <a:r>
              <a:rPr lang="en-US" sz="1600" dirty="0" err="1"/>
              <a:t>Brodatz</a:t>
            </a:r>
            <a:r>
              <a:rPr lang="en-US" sz="1600" dirty="0"/>
              <a:t> 51-60</a:t>
            </a: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26335146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18</Words>
  <Application>Microsoft Office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Das, Abhranil</dc:creator>
  <cp:lastModifiedBy>Das, Abhranil</cp:lastModifiedBy>
  <cp:revision>1</cp:revision>
  <dcterms:created xsi:type="dcterms:W3CDTF">2025-04-11T21:47:28Z</dcterms:created>
  <dcterms:modified xsi:type="dcterms:W3CDTF">2026-06-04T23:41:46Z</dcterms:modified>
</cp:coreProperties>
</file>