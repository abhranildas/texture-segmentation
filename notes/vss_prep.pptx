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63" r:id="rId2"/>
    <p:sldId id="662" r:id="rId3"/>
    <p:sldId id="258" r:id="rId4"/>
    <p:sldId id="665" r:id="rId5"/>
    <p:sldId id="523" r:id="rId6"/>
    <p:sldId id="6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55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ranil" userId="9c3bab5a-3d97-44f6-bde7-7d357481cb18" providerId="ADAL" clId="{49982B71-3990-4CE6-BEF3-553C489084F0}"/>
    <pc:docChg chg="undo redo custSel addSld delSld modSld">
      <pc:chgData name="Abhranil" userId="9c3bab5a-3d97-44f6-bde7-7d357481cb18" providerId="ADAL" clId="{49982B71-3990-4CE6-BEF3-553C489084F0}" dt="2024-05-01T16:07:47.896" v="1010" actId="1076"/>
      <pc:docMkLst>
        <pc:docMk/>
      </pc:docMkLst>
      <pc:sldChg chg="del">
        <pc:chgData name="Abhranil" userId="9c3bab5a-3d97-44f6-bde7-7d357481cb18" providerId="ADAL" clId="{49982B71-3990-4CE6-BEF3-553C489084F0}" dt="2024-04-22T20:19:06.162" v="44" actId="47"/>
        <pc:sldMkLst>
          <pc:docMk/>
          <pc:sldMk cId="784251458" sldId="256"/>
        </pc:sldMkLst>
      </pc:sldChg>
      <pc:sldChg chg="addSp delSp del mod addAnim delAnim">
        <pc:chgData name="Abhranil" userId="9c3bab5a-3d97-44f6-bde7-7d357481cb18" providerId="ADAL" clId="{49982B71-3990-4CE6-BEF3-553C489084F0}" dt="2024-04-22T22:01:04.666" v="257" actId="47"/>
        <pc:sldMkLst>
          <pc:docMk/>
          <pc:sldMk cId="3268041710" sldId="257"/>
        </pc:sldMkLst>
        <pc:picChg chg="add del">
          <ac:chgData name="Abhranil" userId="9c3bab5a-3d97-44f6-bde7-7d357481cb18" providerId="ADAL" clId="{49982B71-3990-4CE6-BEF3-553C489084F0}" dt="2024-04-22T21:59:31.211" v="224" actId="21"/>
          <ac:picMkLst>
            <pc:docMk/>
            <pc:sldMk cId="3268041710" sldId="257"/>
            <ac:picMk id="11" creationId="{895A20FA-5D0F-49DA-81B3-DC1FB5EF9FFA}"/>
          </ac:picMkLst>
        </pc:picChg>
        <pc:picChg chg="add del">
          <ac:chgData name="Abhranil" userId="9c3bab5a-3d97-44f6-bde7-7d357481cb18" providerId="ADAL" clId="{49982B71-3990-4CE6-BEF3-553C489084F0}" dt="2024-04-22T21:59:32.503" v="225" actId="21"/>
          <ac:picMkLst>
            <pc:docMk/>
            <pc:sldMk cId="3268041710" sldId="257"/>
            <ac:picMk id="13" creationId="{CA9AD9A2-EBA1-460C-BDED-ECBB6B331E43}"/>
          </ac:picMkLst>
        </pc:picChg>
      </pc:sldChg>
      <pc:sldChg chg="addSp modSp mod">
        <pc:chgData name="Abhranil" userId="9c3bab5a-3d97-44f6-bde7-7d357481cb18" providerId="ADAL" clId="{49982B71-3990-4CE6-BEF3-553C489084F0}" dt="2024-04-22T22:00:56.488" v="255" actId="20577"/>
        <pc:sldMkLst>
          <pc:docMk/>
          <pc:sldMk cId="1904470043" sldId="258"/>
        </pc:sldMkLst>
        <pc:spChg chg="add mod">
          <ac:chgData name="Abhranil" userId="9c3bab5a-3d97-44f6-bde7-7d357481cb18" providerId="ADAL" clId="{49982B71-3990-4CE6-BEF3-553C489084F0}" dt="2024-04-22T22:00:56.488" v="255" actId="20577"/>
          <ac:spMkLst>
            <pc:docMk/>
            <pc:sldMk cId="1904470043" sldId="258"/>
            <ac:spMk id="2" creationId="{73389E16-52E8-4631-B3AF-15D35B1F6D33}"/>
          </ac:spMkLst>
        </pc:spChg>
      </pc:sldChg>
      <pc:sldChg chg="addSp modSp mod">
        <pc:chgData name="Abhranil" userId="9c3bab5a-3d97-44f6-bde7-7d357481cb18" providerId="ADAL" clId="{49982B71-3990-4CE6-BEF3-553C489084F0}" dt="2024-04-22T19:21:32.348" v="35" actId="1076"/>
        <pc:sldMkLst>
          <pc:docMk/>
          <pc:sldMk cId="1076987638" sldId="523"/>
        </pc:sldMkLst>
        <pc:spChg chg="mod">
          <ac:chgData name="Abhranil" userId="9c3bab5a-3d97-44f6-bde7-7d357481cb18" providerId="ADAL" clId="{49982B71-3990-4CE6-BEF3-553C489084F0}" dt="2024-04-22T19:21:29.175" v="34" actId="404"/>
          <ac:spMkLst>
            <pc:docMk/>
            <pc:sldMk cId="1076987638" sldId="523"/>
            <ac:spMk id="2" creationId="{CCFF7466-0756-4151-9F09-9931A9F57919}"/>
          </ac:spMkLst>
        </pc:spChg>
        <pc:picChg chg="add mod">
          <ac:chgData name="Abhranil" userId="9c3bab5a-3d97-44f6-bde7-7d357481cb18" providerId="ADAL" clId="{49982B71-3990-4CE6-BEF3-553C489084F0}" dt="2024-04-22T19:21:32.348" v="35" actId="1076"/>
          <ac:picMkLst>
            <pc:docMk/>
            <pc:sldMk cId="1076987638" sldId="523"/>
            <ac:picMk id="6" creationId="{0C1E14A5-7F3A-4F10-89AA-40432306D412}"/>
          </ac:picMkLst>
        </pc:picChg>
      </pc:sldChg>
      <pc:sldChg chg="addSp modSp del mod">
        <pc:chgData name="Abhranil" userId="9c3bab5a-3d97-44f6-bde7-7d357481cb18" providerId="ADAL" clId="{49982B71-3990-4CE6-BEF3-553C489084F0}" dt="2024-04-22T22:04:30.104" v="268" actId="47"/>
        <pc:sldMkLst>
          <pc:docMk/>
          <pc:sldMk cId="1988880322" sldId="599"/>
        </pc:sldMkLst>
        <pc:spChg chg="mod">
          <ac:chgData name="Abhranil" userId="9c3bab5a-3d97-44f6-bde7-7d357481cb18" providerId="ADAL" clId="{49982B71-3990-4CE6-BEF3-553C489084F0}" dt="2024-04-22T22:00:11.665" v="238" actId="1076"/>
          <ac:spMkLst>
            <pc:docMk/>
            <pc:sldMk cId="1988880322" sldId="599"/>
            <ac:spMk id="4" creationId="{A2FD47EF-8543-227A-CC62-FD1B2D630D38}"/>
          </ac:spMkLst>
        </pc:spChg>
        <pc:picChg chg="mod">
          <ac:chgData name="Abhranil" userId="9c3bab5a-3d97-44f6-bde7-7d357481cb18" providerId="ADAL" clId="{49982B71-3990-4CE6-BEF3-553C489084F0}" dt="2024-04-22T22:00:11.665" v="238" actId="1076"/>
          <ac:picMkLst>
            <pc:docMk/>
            <pc:sldMk cId="1988880322" sldId="599"/>
            <ac:picMk id="2" creationId="{EC4F203B-C4E4-1A3F-7106-37B967DCFA4E}"/>
          </ac:picMkLst>
        </pc:picChg>
        <pc:picChg chg="mod">
          <ac:chgData name="Abhranil" userId="9c3bab5a-3d97-44f6-bde7-7d357481cb18" providerId="ADAL" clId="{49982B71-3990-4CE6-BEF3-553C489084F0}" dt="2024-04-22T22:00:11.665" v="238" actId="1076"/>
          <ac:picMkLst>
            <pc:docMk/>
            <pc:sldMk cId="1988880322" sldId="599"/>
            <ac:picMk id="3" creationId="{CC37E7AC-9F16-D142-37C2-AC1D0D318689}"/>
          </ac:picMkLst>
        </pc:picChg>
        <pc:picChg chg="add mod">
          <ac:chgData name="Abhranil" userId="9c3bab5a-3d97-44f6-bde7-7d357481cb18" providerId="ADAL" clId="{49982B71-3990-4CE6-BEF3-553C489084F0}" dt="2024-04-22T22:00:16.401" v="239" actId="1076"/>
          <ac:picMkLst>
            <pc:docMk/>
            <pc:sldMk cId="1988880322" sldId="599"/>
            <ac:picMk id="14" creationId="{84825D86-D9EC-4D38-A8BF-204245ED073E}"/>
          </ac:picMkLst>
        </pc:picChg>
      </pc:sldChg>
      <pc:sldChg chg="addSp delSp modSp mod">
        <pc:chgData name="Abhranil" userId="9c3bab5a-3d97-44f6-bde7-7d357481cb18" providerId="ADAL" clId="{49982B71-3990-4CE6-BEF3-553C489084F0}" dt="2024-04-22T22:03:51.916" v="266" actId="1076"/>
        <pc:sldMkLst>
          <pc:docMk/>
          <pc:sldMk cId="2703752863" sldId="662"/>
        </pc:sldMkLst>
        <pc:spChg chg="del">
          <ac:chgData name="Abhranil" userId="9c3bab5a-3d97-44f6-bde7-7d357481cb18" providerId="ADAL" clId="{49982B71-3990-4CE6-BEF3-553C489084F0}" dt="2024-04-22T22:00:35.486" v="242" actId="478"/>
          <ac:spMkLst>
            <pc:docMk/>
            <pc:sldMk cId="2703752863" sldId="662"/>
            <ac:spMk id="7" creationId="{8A106DEC-720A-1734-7C92-9B62594D2887}"/>
          </ac:spMkLst>
        </pc:spChg>
        <pc:spChg chg="del">
          <ac:chgData name="Abhranil" userId="9c3bab5a-3d97-44f6-bde7-7d357481cb18" providerId="ADAL" clId="{49982B71-3990-4CE6-BEF3-553C489084F0}" dt="2024-04-22T22:00:35.486" v="242" actId="478"/>
          <ac:spMkLst>
            <pc:docMk/>
            <pc:sldMk cId="2703752863" sldId="662"/>
            <ac:spMk id="9" creationId="{D5AD9556-45EC-C011-4582-EBFECFE39B98}"/>
          </ac:spMkLst>
        </pc:spChg>
        <pc:spChg chg="del">
          <ac:chgData name="Abhranil" userId="9c3bab5a-3d97-44f6-bde7-7d357481cb18" providerId="ADAL" clId="{49982B71-3990-4CE6-BEF3-553C489084F0}" dt="2024-04-22T22:00:35.486" v="242" actId="478"/>
          <ac:spMkLst>
            <pc:docMk/>
            <pc:sldMk cId="2703752863" sldId="662"/>
            <ac:spMk id="10" creationId="{D73DECE9-DD17-59C7-EBDB-E59AB5E8A4A2}"/>
          </ac:spMkLst>
        </pc:spChg>
        <pc:spChg chg="add del">
          <ac:chgData name="Abhranil" userId="9c3bab5a-3d97-44f6-bde7-7d357481cb18" providerId="ADAL" clId="{49982B71-3990-4CE6-BEF3-553C489084F0}" dt="2024-04-22T22:00:35.486" v="242" actId="478"/>
          <ac:spMkLst>
            <pc:docMk/>
            <pc:sldMk cId="2703752863" sldId="662"/>
            <ac:spMk id="13" creationId="{46AAEE2C-5105-416A-07B6-2D25FBCBE874}"/>
          </ac:spMkLst>
        </pc:spChg>
        <pc:spChg chg="del mod">
          <ac:chgData name="Abhranil" userId="9c3bab5a-3d97-44f6-bde7-7d357481cb18" providerId="ADAL" clId="{49982B71-3990-4CE6-BEF3-553C489084F0}" dt="2024-04-22T22:03:47.205" v="264" actId="478"/>
          <ac:spMkLst>
            <pc:docMk/>
            <pc:sldMk cId="2703752863" sldId="662"/>
            <ac:spMk id="14" creationId="{E188E505-82B5-15DD-B26E-A0D0999C8C52}"/>
          </ac:spMkLst>
        </pc:spChg>
        <pc:graphicFrameChg chg="del">
          <ac:chgData name="Abhranil" userId="9c3bab5a-3d97-44f6-bde7-7d357481cb18" providerId="ADAL" clId="{49982B71-3990-4CE6-BEF3-553C489084F0}" dt="2024-04-22T22:00:35.486" v="242" actId="478"/>
          <ac:graphicFrameMkLst>
            <pc:docMk/>
            <pc:sldMk cId="2703752863" sldId="662"/>
            <ac:graphicFrameMk id="5" creationId="{662B462E-C4FD-2E39-F92D-7703A7DC7AD1}"/>
          </ac:graphicFrameMkLst>
        </pc:graphicFrameChg>
        <pc:graphicFrameChg chg="del">
          <ac:chgData name="Abhranil" userId="9c3bab5a-3d97-44f6-bde7-7d357481cb18" providerId="ADAL" clId="{49982B71-3990-4CE6-BEF3-553C489084F0}" dt="2024-04-22T22:00:35.486" v="242" actId="478"/>
          <ac:graphicFrameMkLst>
            <pc:docMk/>
            <pc:sldMk cId="2703752863" sldId="662"/>
            <ac:graphicFrameMk id="6" creationId="{39D1FE99-6E01-1A53-A95D-854EA5EF7E00}"/>
          </ac:graphicFrameMkLst>
        </pc:graphicFrameChg>
        <pc:picChg chg="del mod">
          <ac:chgData name="Abhranil" userId="9c3bab5a-3d97-44f6-bde7-7d357481cb18" providerId="ADAL" clId="{49982B71-3990-4CE6-BEF3-553C489084F0}" dt="2024-04-22T22:03:42.218" v="262" actId="478"/>
          <ac:picMkLst>
            <pc:docMk/>
            <pc:sldMk cId="2703752863" sldId="662"/>
            <ac:picMk id="2" creationId="{9AF5ADDA-4F44-75BF-010B-464183CADA95}"/>
          </ac:picMkLst>
        </pc:picChg>
        <pc:picChg chg="add mod">
          <ac:chgData name="Abhranil" userId="9c3bab5a-3d97-44f6-bde7-7d357481cb18" providerId="ADAL" clId="{49982B71-3990-4CE6-BEF3-553C489084F0}" dt="2024-04-22T22:03:51.916" v="266" actId="1076"/>
          <ac:picMkLst>
            <pc:docMk/>
            <pc:sldMk cId="2703752863" sldId="662"/>
            <ac:picMk id="4" creationId="{9FD6D92F-BD51-4789-ACB6-BE5ECBFFF4A4}"/>
          </ac:picMkLst>
        </pc:picChg>
        <pc:picChg chg="del mod">
          <ac:chgData name="Abhranil" userId="9c3bab5a-3d97-44f6-bde7-7d357481cb18" providerId="ADAL" clId="{49982B71-3990-4CE6-BEF3-553C489084F0}" dt="2024-04-22T22:03:47.205" v="264" actId="478"/>
          <ac:picMkLst>
            <pc:docMk/>
            <pc:sldMk cId="2703752863" sldId="662"/>
            <ac:picMk id="15" creationId="{2DC54ECA-4E6F-3DA1-BF22-5E83D1A13254}"/>
          </ac:picMkLst>
        </pc:picChg>
        <pc:cxnChg chg="del">
          <ac:chgData name="Abhranil" userId="9c3bab5a-3d97-44f6-bde7-7d357481cb18" providerId="ADAL" clId="{49982B71-3990-4CE6-BEF3-553C489084F0}" dt="2024-04-22T22:00:35.486" v="242" actId="478"/>
          <ac:cxnSpMkLst>
            <pc:docMk/>
            <pc:sldMk cId="2703752863" sldId="662"/>
            <ac:cxnSpMk id="8" creationId="{A0842B2A-7BFD-5D74-0BA8-F2C9DC279F5F}"/>
          </ac:cxnSpMkLst>
        </pc:cxnChg>
        <pc:cxnChg chg="del">
          <ac:chgData name="Abhranil" userId="9c3bab5a-3d97-44f6-bde7-7d357481cb18" providerId="ADAL" clId="{49982B71-3990-4CE6-BEF3-553C489084F0}" dt="2024-04-22T22:00:35.486" v="242" actId="478"/>
          <ac:cxnSpMkLst>
            <pc:docMk/>
            <pc:sldMk cId="2703752863" sldId="662"/>
            <ac:cxnSpMk id="11" creationId="{157AE5AE-90D4-2E68-086C-ED8F58F565B5}"/>
          </ac:cxnSpMkLst>
        </pc:cxnChg>
      </pc:sldChg>
      <pc:sldChg chg="modSp new mod">
        <pc:chgData name="Abhranil" userId="9c3bab5a-3d97-44f6-bde7-7d357481cb18" providerId="ADAL" clId="{49982B71-3990-4CE6-BEF3-553C489084F0}" dt="2024-04-22T21:59:37.769" v="227" actId="20577"/>
        <pc:sldMkLst>
          <pc:docMk/>
          <pc:sldMk cId="975326759" sldId="663"/>
        </pc:sldMkLst>
        <pc:spChg chg="mod">
          <ac:chgData name="Abhranil" userId="9c3bab5a-3d97-44f6-bde7-7d357481cb18" providerId="ADAL" clId="{49982B71-3990-4CE6-BEF3-553C489084F0}" dt="2024-04-22T20:19:16.431" v="48" actId="403"/>
          <ac:spMkLst>
            <pc:docMk/>
            <pc:sldMk cId="975326759" sldId="663"/>
            <ac:spMk id="2" creationId="{B89B7B3D-A02E-46EC-952B-E25D78198587}"/>
          </ac:spMkLst>
        </pc:spChg>
        <pc:spChg chg="mod">
          <ac:chgData name="Abhranil" userId="9c3bab5a-3d97-44f6-bde7-7d357481cb18" providerId="ADAL" clId="{49982B71-3990-4CE6-BEF3-553C489084F0}" dt="2024-04-22T21:59:37.769" v="227" actId="20577"/>
          <ac:spMkLst>
            <pc:docMk/>
            <pc:sldMk cId="975326759" sldId="663"/>
            <ac:spMk id="3" creationId="{1B4A07B7-8B05-4F0A-AEE9-B0579E3C5515}"/>
          </ac:spMkLst>
        </pc:spChg>
      </pc:sldChg>
      <pc:sldChg chg="delSp modSp add del mod">
        <pc:chgData name="Abhranil" userId="9c3bab5a-3d97-44f6-bde7-7d357481cb18" providerId="ADAL" clId="{49982B71-3990-4CE6-BEF3-553C489084F0}" dt="2024-04-26T19:12:48.210" v="308" actId="47"/>
        <pc:sldMkLst>
          <pc:docMk/>
          <pc:sldMk cId="2960005170" sldId="664"/>
        </pc:sldMkLst>
        <pc:spChg chg="del">
          <ac:chgData name="Abhranil" userId="9c3bab5a-3d97-44f6-bde7-7d357481cb18" providerId="ADAL" clId="{49982B71-3990-4CE6-BEF3-553C489084F0}" dt="2024-04-22T22:04:36.598" v="269" actId="478"/>
          <ac:spMkLst>
            <pc:docMk/>
            <pc:sldMk cId="2960005170" sldId="664"/>
            <ac:spMk id="4" creationId="{A2FD47EF-8543-227A-CC62-FD1B2D630D38}"/>
          </ac:spMkLst>
        </pc:spChg>
        <pc:spChg chg="del">
          <ac:chgData name="Abhranil" userId="9c3bab5a-3d97-44f6-bde7-7d357481cb18" providerId="ADAL" clId="{49982B71-3990-4CE6-BEF3-553C489084F0}" dt="2024-04-22T22:04:36.598" v="269" actId="478"/>
          <ac:spMkLst>
            <pc:docMk/>
            <pc:sldMk cId="2960005170" sldId="664"/>
            <ac:spMk id="7" creationId="{EF37E83B-BEEB-3FC4-BEC6-56AFF8814963}"/>
          </ac:spMkLst>
        </pc:spChg>
        <pc:spChg chg="del">
          <ac:chgData name="Abhranil" userId="9c3bab5a-3d97-44f6-bde7-7d357481cb18" providerId="ADAL" clId="{49982B71-3990-4CE6-BEF3-553C489084F0}" dt="2024-04-22T22:04:36.598" v="269" actId="478"/>
          <ac:spMkLst>
            <pc:docMk/>
            <pc:sldMk cId="2960005170" sldId="664"/>
            <ac:spMk id="9" creationId="{B870321B-259B-0B5C-02B9-4019B570921C}"/>
          </ac:spMkLst>
        </pc:spChg>
        <pc:spChg chg="del">
          <ac:chgData name="Abhranil" userId="9c3bab5a-3d97-44f6-bde7-7d357481cb18" providerId="ADAL" clId="{49982B71-3990-4CE6-BEF3-553C489084F0}" dt="2024-04-22T22:04:36.598" v="269" actId="478"/>
          <ac:spMkLst>
            <pc:docMk/>
            <pc:sldMk cId="2960005170" sldId="664"/>
            <ac:spMk id="10" creationId="{92D7CE23-FEF1-1E18-8E08-3609AAEB6092}"/>
          </ac:spMkLst>
        </pc:spChg>
        <pc:spChg chg="del">
          <ac:chgData name="Abhranil" userId="9c3bab5a-3d97-44f6-bde7-7d357481cb18" providerId="ADAL" clId="{49982B71-3990-4CE6-BEF3-553C489084F0}" dt="2024-04-22T22:04:36.598" v="269" actId="478"/>
          <ac:spMkLst>
            <pc:docMk/>
            <pc:sldMk cId="2960005170" sldId="664"/>
            <ac:spMk id="13" creationId="{7485A796-DDB2-DF62-52A0-06ED4BD24971}"/>
          </ac:spMkLst>
        </pc:spChg>
        <pc:graphicFrameChg chg="del">
          <ac:chgData name="Abhranil" userId="9c3bab5a-3d97-44f6-bde7-7d357481cb18" providerId="ADAL" clId="{49982B71-3990-4CE6-BEF3-553C489084F0}" dt="2024-04-22T22:04:36.598" v="269" actId="478"/>
          <ac:graphicFrameMkLst>
            <pc:docMk/>
            <pc:sldMk cId="2960005170" sldId="664"/>
            <ac:graphicFrameMk id="5" creationId="{307A32AB-7E42-7F50-8DAA-862C99987D9C}"/>
          </ac:graphicFrameMkLst>
        </pc:graphicFrameChg>
        <pc:graphicFrameChg chg="del">
          <ac:chgData name="Abhranil" userId="9c3bab5a-3d97-44f6-bde7-7d357481cb18" providerId="ADAL" clId="{49982B71-3990-4CE6-BEF3-553C489084F0}" dt="2024-04-22T22:04:36.598" v="269" actId="478"/>
          <ac:graphicFrameMkLst>
            <pc:docMk/>
            <pc:sldMk cId="2960005170" sldId="664"/>
            <ac:graphicFrameMk id="6" creationId="{0C155686-3A66-EEE5-097E-2C79039DC5CC}"/>
          </ac:graphicFrameMkLst>
        </pc:graphicFrameChg>
        <pc:picChg chg="del">
          <ac:chgData name="Abhranil" userId="9c3bab5a-3d97-44f6-bde7-7d357481cb18" providerId="ADAL" clId="{49982B71-3990-4CE6-BEF3-553C489084F0}" dt="2024-04-22T22:04:36.598" v="269" actId="478"/>
          <ac:picMkLst>
            <pc:docMk/>
            <pc:sldMk cId="2960005170" sldId="664"/>
            <ac:picMk id="2" creationId="{EC4F203B-C4E4-1A3F-7106-37B967DCFA4E}"/>
          </ac:picMkLst>
        </pc:picChg>
        <pc:picChg chg="del">
          <ac:chgData name="Abhranil" userId="9c3bab5a-3d97-44f6-bde7-7d357481cb18" providerId="ADAL" clId="{49982B71-3990-4CE6-BEF3-553C489084F0}" dt="2024-04-22T22:04:36.598" v="269" actId="478"/>
          <ac:picMkLst>
            <pc:docMk/>
            <pc:sldMk cId="2960005170" sldId="664"/>
            <ac:picMk id="3" creationId="{CC37E7AC-9F16-D142-37C2-AC1D0D318689}"/>
          </ac:picMkLst>
        </pc:picChg>
        <pc:picChg chg="del mod">
          <ac:chgData name="Abhranil" userId="9c3bab5a-3d97-44f6-bde7-7d357481cb18" providerId="ADAL" clId="{49982B71-3990-4CE6-BEF3-553C489084F0}" dt="2024-04-26T19:12:31.058" v="302" actId="21"/>
          <ac:picMkLst>
            <pc:docMk/>
            <pc:sldMk cId="2960005170" sldId="664"/>
            <ac:picMk id="14" creationId="{84825D86-D9EC-4D38-A8BF-204245ED073E}"/>
          </ac:picMkLst>
        </pc:picChg>
        <pc:cxnChg chg="del">
          <ac:chgData name="Abhranil" userId="9c3bab5a-3d97-44f6-bde7-7d357481cb18" providerId="ADAL" clId="{49982B71-3990-4CE6-BEF3-553C489084F0}" dt="2024-04-22T22:04:36.598" v="269" actId="478"/>
          <ac:cxnSpMkLst>
            <pc:docMk/>
            <pc:sldMk cId="2960005170" sldId="664"/>
            <ac:cxnSpMk id="8" creationId="{47708572-4CF4-9733-6A80-5CF05A83899C}"/>
          </ac:cxnSpMkLst>
        </pc:cxnChg>
        <pc:cxnChg chg="del">
          <ac:chgData name="Abhranil" userId="9c3bab5a-3d97-44f6-bde7-7d357481cb18" providerId="ADAL" clId="{49982B71-3990-4CE6-BEF3-553C489084F0}" dt="2024-04-22T22:04:36.598" v="269" actId="478"/>
          <ac:cxnSpMkLst>
            <pc:docMk/>
            <pc:sldMk cId="2960005170" sldId="664"/>
            <ac:cxnSpMk id="11" creationId="{E5F1FE18-1403-3364-5698-5ABD7AA5BB65}"/>
          </ac:cxnSpMkLst>
        </pc:cxnChg>
      </pc:sldChg>
      <pc:sldChg chg="delSp add del mod delAnim">
        <pc:chgData name="Abhranil" userId="9c3bab5a-3d97-44f6-bde7-7d357481cb18" providerId="ADAL" clId="{49982B71-3990-4CE6-BEF3-553C489084F0}" dt="2024-04-22T22:01:02.254" v="256" actId="47"/>
        <pc:sldMkLst>
          <pc:docMk/>
          <pc:sldMk cId="3704163819" sldId="664"/>
        </pc:sldMkLst>
        <pc:picChg chg="del">
          <ac:chgData name="Abhranil" userId="9c3bab5a-3d97-44f6-bde7-7d357481cb18" providerId="ADAL" clId="{49982B71-3990-4CE6-BEF3-553C489084F0}" dt="2024-04-22T21:59:51.965" v="232" actId="21"/>
          <ac:picMkLst>
            <pc:docMk/>
            <pc:sldMk cId="3704163819" sldId="664"/>
            <ac:picMk id="7" creationId="{5F957756-7516-4950-8CE8-84D01EF55BE5}"/>
          </ac:picMkLst>
        </pc:picChg>
        <pc:picChg chg="del">
          <ac:chgData name="Abhranil" userId="9c3bab5a-3d97-44f6-bde7-7d357481cb18" providerId="ADAL" clId="{49982B71-3990-4CE6-BEF3-553C489084F0}" dt="2024-04-22T21:59:48.351" v="231" actId="478"/>
          <ac:picMkLst>
            <pc:docMk/>
            <pc:sldMk cId="3704163819" sldId="664"/>
            <ac:picMk id="9" creationId="{54414183-72C2-4EA7-8C12-5A3EC479CA93}"/>
          </ac:picMkLst>
        </pc:picChg>
        <pc:picChg chg="del">
          <ac:chgData name="Abhranil" userId="9c3bab5a-3d97-44f6-bde7-7d357481cb18" providerId="ADAL" clId="{49982B71-3990-4CE6-BEF3-553C489084F0}" dt="2024-04-22T21:59:47.166" v="230" actId="478"/>
          <ac:picMkLst>
            <pc:docMk/>
            <pc:sldMk cId="3704163819" sldId="664"/>
            <ac:picMk id="11" creationId="{895A20FA-5D0F-49DA-81B3-DC1FB5EF9FFA}"/>
          </ac:picMkLst>
        </pc:picChg>
        <pc:picChg chg="del">
          <ac:chgData name="Abhranil" userId="9c3bab5a-3d97-44f6-bde7-7d357481cb18" providerId="ADAL" clId="{49982B71-3990-4CE6-BEF3-553C489084F0}" dt="2024-04-22T21:59:46.396" v="229" actId="478"/>
          <ac:picMkLst>
            <pc:docMk/>
            <pc:sldMk cId="3704163819" sldId="664"/>
            <ac:picMk id="13" creationId="{CA9AD9A2-EBA1-460C-BDED-ECBB6B331E43}"/>
          </ac:picMkLst>
        </pc:picChg>
      </pc:sldChg>
      <pc:sldChg chg="addSp delSp modSp new mod">
        <pc:chgData name="Abhranil" userId="9c3bab5a-3d97-44f6-bde7-7d357481cb18" providerId="ADAL" clId="{49982B71-3990-4CE6-BEF3-553C489084F0}" dt="2024-04-29T20:51:35.023" v="399" actId="14100"/>
        <pc:sldMkLst>
          <pc:docMk/>
          <pc:sldMk cId="403843389" sldId="665"/>
        </pc:sldMkLst>
        <pc:spChg chg="del">
          <ac:chgData name="Abhranil" userId="9c3bab5a-3d97-44f6-bde7-7d357481cb18" providerId="ADAL" clId="{49982B71-3990-4CE6-BEF3-553C489084F0}" dt="2024-04-26T19:12:37.283" v="305" actId="478"/>
          <ac:spMkLst>
            <pc:docMk/>
            <pc:sldMk cId="403843389" sldId="665"/>
            <ac:spMk id="2" creationId="{9508DEA4-83FF-481C-B580-64F319196F2B}"/>
          </ac:spMkLst>
        </pc:spChg>
        <pc:spChg chg="del">
          <ac:chgData name="Abhranil" userId="9c3bab5a-3d97-44f6-bde7-7d357481cb18" providerId="ADAL" clId="{49982B71-3990-4CE6-BEF3-553C489084F0}" dt="2024-04-26T18:30:53.930" v="272" actId="22"/>
          <ac:spMkLst>
            <pc:docMk/>
            <pc:sldMk cId="403843389" sldId="665"/>
            <ac:spMk id="3" creationId="{405E1FDC-910C-4B61-802B-4D71B0D9DC45}"/>
          </ac:spMkLst>
        </pc:spChg>
        <pc:spChg chg="add mod">
          <ac:chgData name="Abhranil" userId="9c3bab5a-3d97-44f6-bde7-7d357481cb18" providerId="ADAL" clId="{49982B71-3990-4CE6-BEF3-553C489084F0}" dt="2024-04-29T20:51:10.745" v="392" actId="164"/>
          <ac:spMkLst>
            <pc:docMk/>
            <pc:sldMk cId="403843389" sldId="665"/>
            <ac:spMk id="12" creationId="{1B25445B-4139-4E27-A01E-23BD2024C0FB}"/>
          </ac:spMkLst>
        </pc:spChg>
        <pc:spChg chg="add del mod">
          <ac:chgData name="Abhranil" userId="9c3bab5a-3d97-44f6-bde7-7d357481cb18" providerId="ADAL" clId="{49982B71-3990-4CE6-BEF3-553C489084F0}" dt="2024-04-26T19:08:30.075" v="296" actId="478"/>
          <ac:spMkLst>
            <pc:docMk/>
            <pc:sldMk cId="403843389" sldId="665"/>
            <ac:spMk id="17" creationId="{CBF1AF0A-7542-46CB-8868-E3F387C40881}"/>
          </ac:spMkLst>
        </pc:spChg>
        <pc:spChg chg="add del mod">
          <ac:chgData name="Abhranil" userId="9c3bab5a-3d97-44f6-bde7-7d357481cb18" providerId="ADAL" clId="{49982B71-3990-4CE6-BEF3-553C489084F0}" dt="2024-04-29T20:45:41.247" v="350" actId="478"/>
          <ac:spMkLst>
            <pc:docMk/>
            <pc:sldMk cId="403843389" sldId="665"/>
            <ac:spMk id="19" creationId="{EE6455EB-9BC1-49F6-80EF-3B766C6A9E0D}"/>
          </ac:spMkLst>
        </pc:spChg>
        <pc:grpChg chg="add mod">
          <ac:chgData name="Abhranil" userId="9c3bab5a-3d97-44f6-bde7-7d357481cb18" providerId="ADAL" clId="{49982B71-3990-4CE6-BEF3-553C489084F0}" dt="2024-04-29T20:51:17.923" v="394" actId="1076"/>
          <ac:grpSpMkLst>
            <pc:docMk/>
            <pc:sldMk cId="403843389" sldId="665"/>
            <ac:grpSpMk id="14" creationId="{0748260B-4158-4C6F-8330-8401DE76B992}"/>
          </ac:grpSpMkLst>
        </pc:grpChg>
        <pc:picChg chg="add del mod">
          <ac:chgData name="Abhranil" userId="9c3bab5a-3d97-44f6-bde7-7d357481cb18" providerId="ADAL" clId="{49982B71-3990-4CE6-BEF3-553C489084F0}" dt="2024-04-29T20:46:23.528" v="356" actId="478"/>
          <ac:picMkLst>
            <pc:docMk/>
            <pc:sldMk cId="403843389" sldId="665"/>
            <ac:picMk id="3" creationId="{0E4C9899-C389-45F8-868D-96DEB17F6BAD}"/>
          </ac:picMkLst>
        </pc:picChg>
        <pc:picChg chg="add del mod">
          <ac:chgData name="Abhranil" userId="9c3bab5a-3d97-44f6-bde7-7d357481cb18" providerId="ADAL" clId="{49982B71-3990-4CE6-BEF3-553C489084F0}" dt="2024-04-29T20:47:02.867" v="361" actId="478"/>
          <ac:picMkLst>
            <pc:docMk/>
            <pc:sldMk cId="403843389" sldId="665"/>
            <ac:picMk id="5" creationId="{EAD51292-3ACB-45B9-868B-25E3ADB9D4DA}"/>
          </ac:picMkLst>
        </pc:picChg>
        <pc:picChg chg="add del mod ord">
          <ac:chgData name="Abhranil" userId="9c3bab5a-3d97-44f6-bde7-7d357481cb18" providerId="ADAL" clId="{49982B71-3990-4CE6-BEF3-553C489084F0}" dt="2024-04-26T19:08:26.088" v="295" actId="478"/>
          <ac:picMkLst>
            <pc:docMk/>
            <pc:sldMk cId="403843389" sldId="665"/>
            <ac:picMk id="5" creationId="{EB598221-371D-4883-8E8F-16830D777019}"/>
          </ac:picMkLst>
        </pc:picChg>
        <pc:picChg chg="add del mod">
          <ac:chgData name="Abhranil" userId="9c3bab5a-3d97-44f6-bde7-7d357481cb18" providerId="ADAL" clId="{49982B71-3990-4CE6-BEF3-553C489084F0}" dt="2024-04-26T18:39:42.638" v="279" actId="478"/>
          <ac:picMkLst>
            <pc:docMk/>
            <pc:sldMk cId="403843389" sldId="665"/>
            <ac:picMk id="7" creationId="{1BA8BC2D-C48A-41ED-BF96-D7EF454301A9}"/>
          </ac:picMkLst>
        </pc:picChg>
        <pc:picChg chg="add mod">
          <ac:chgData name="Abhranil" userId="9c3bab5a-3d97-44f6-bde7-7d357481cb18" providerId="ADAL" clId="{49982B71-3990-4CE6-BEF3-553C489084F0}" dt="2024-04-29T20:51:22.847" v="395" actId="1076"/>
          <ac:picMkLst>
            <pc:docMk/>
            <pc:sldMk cId="403843389" sldId="665"/>
            <ac:picMk id="7" creationId="{5EBAC807-C3F6-492A-B179-6C22A8E9BABC}"/>
          </ac:picMkLst>
        </pc:picChg>
        <pc:picChg chg="add del mod">
          <ac:chgData name="Abhranil" userId="9c3bab5a-3d97-44f6-bde7-7d357481cb18" providerId="ADAL" clId="{49982B71-3990-4CE6-BEF3-553C489084F0}" dt="2024-04-29T20:47:12.357" v="365" actId="478"/>
          <ac:picMkLst>
            <pc:docMk/>
            <pc:sldMk cId="403843389" sldId="665"/>
            <ac:picMk id="9" creationId="{CD433557-B97F-476C-A259-0C730B7C5910}"/>
          </ac:picMkLst>
        </pc:picChg>
        <pc:picChg chg="add mod">
          <ac:chgData name="Abhranil" userId="9c3bab5a-3d97-44f6-bde7-7d357481cb18" providerId="ADAL" clId="{49982B71-3990-4CE6-BEF3-553C489084F0}" dt="2024-04-29T20:51:28.724" v="397" actId="1076"/>
          <ac:picMkLst>
            <pc:docMk/>
            <pc:sldMk cId="403843389" sldId="665"/>
            <ac:picMk id="10" creationId="{D4B8911F-133E-43EE-B787-40301225FEBE}"/>
          </ac:picMkLst>
        </pc:picChg>
        <pc:picChg chg="add del mod">
          <ac:chgData name="Abhranil" userId="9c3bab5a-3d97-44f6-bde7-7d357481cb18" providerId="ADAL" clId="{49982B71-3990-4CE6-BEF3-553C489084F0}" dt="2024-04-29T20:49:40.874" v="366" actId="478"/>
          <ac:picMkLst>
            <pc:docMk/>
            <pc:sldMk cId="403843389" sldId="665"/>
            <ac:picMk id="11" creationId="{5B37F0AF-E1A1-410F-9391-D7AA1FAA02F4}"/>
          </ac:picMkLst>
        </pc:picChg>
        <pc:picChg chg="add del mod">
          <ac:chgData name="Abhranil" userId="9c3bab5a-3d97-44f6-bde7-7d357481cb18" providerId="ADAL" clId="{49982B71-3990-4CE6-BEF3-553C489084F0}" dt="2024-04-29T18:18:54.204" v="349" actId="478"/>
          <ac:picMkLst>
            <pc:docMk/>
            <pc:sldMk cId="403843389" sldId="665"/>
            <ac:picMk id="13" creationId="{FF7B29DD-CF7A-46EC-8B1A-41438DD9266D}"/>
          </ac:picMkLst>
        </pc:picChg>
        <pc:picChg chg="add mod">
          <ac:chgData name="Abhranil" userId="9c3bab5a-3d97-44f6-bde7-7d357481cb18" providerId="ADAL" clId="{49982B71-3990-4CE6-BEF3-553C489084F0}" dt="2024-04-29T20:51:35.023" v="399" actId="14100"/>
          <ac:picMkLst>
            <pc:docMk/>
            <pc:sldMk cId="403843389" sldId="665"/>
            <ac:picMk id="15" creationId="{4D04A9C5-2B13-4128-B054-6426FA4F99AC}"/>
          </ac:picMkLst>
        </pc:picChg>
        <pc:picChg chg="add mod">
          <ac:chgData name="Abhranil" userId="9c3bab5a-3d97-44f6-bde7-7d357481cb18" providerId="ADAL" clId="{49982B71-3990-4CE6-BEF3-553C489084F0}" dt="2024-04-29T20:51:10.745" v="392" actId="164"/>
          <ac:picMkLst>
            <pc:docMk/>
            <pc:sldMk cId="403843389" sldId="665"/>
            <ac:picMk id="18" creationId="{E88CD740-0DC2-4C91-9C3C-CDB61FF2AFE0}"/>
          </ac:picMkLst>
        </pc:picChg>
      </pc:sldChg>
      <pc:sldChg chg="addSp delSp modSp new mod">
        <pc:chgData name="Abhranil" userId="9c3bab5a-3d97-44f6-bde7-7d357481cb18" providerId="ADAL" clId="{49982B71-3990-4CE6-BEF3-553C489084F0}" dt="2024-05-01T16:07:47.896" v="1010" actId="1076"/>
        <pc:sldMkLst>
          <pc:docMk/>
          <pc:sldMk cId="1556629917" sldId="666"/>
        </pc:sldMkLst>
        <pc:spChg chg="add mod ord">
          <ac:chgData name="Abhranil" userId="9c3bab5a-3d97-44f6-bde7-7d357481cb18" providerId="ADAL" clId="{49982B71-3990-4CE6-BEF3-553C489084F0}" dt="2024-05-01T15:43:37.678" v="706" actId="1036"/>
          <ac:spMkLst>
            <pc:docMk/>
            <pc:sldMk cId="1556629917" sldId="666"/>
            <ac:spMk id="2" creationId="{47E47789-345B-422A-B981-064BAB38A9C8}"/>
          </ac:spMkLst>
        </pc:spChg>
        <pc:spChg chg="add del mod">
          <ac:chgData name="Abhranil" userId="9c3bab5a-3d97-44f6-bde7-7d357481cb18" providerId="ADAL" clId="{49982B71-3990-4CE6-BEF3-553C489084F0}" dt="2024-05-01T15:11:18.810" v="454" actId="478"/>
          <ac:spMkLst>
            <pc:docMk/>
            <pc:sldMk cId="1556629917" sldId="666"/>
            <ac:spMk id="3" creationId="{5671233B-E8D5-4A03-A521-2B4606CC1150}"/>
          </ac:spMkLst>
        </pc:spChg>
        <pc:spChg chg="add mod">
          <ac:chgData name="Abhranil" userId="9c3bab5a-3d97-44f6-bde7-7d357481cb18" providerId="ADAL" clId="{49982B71-3990-4CE6-BEF3-553C489084F0}" dt="2024-05-01T15:28:21.076" v="585" actId="14100"/>
          <ac:spMkLst>
            <pc:docMk/>
            <pc:sldMk cId="1556629917" sldId="666"/>
            <ac:spMk id="4" creationId="{2EF88B87-E67F-46EC-81C4-981B7CFCC2CE}"/>
          </ac:spMkLst>
        </pc:spChg>
        <pc:spChg chg="add mod">
          <ac:chgData name="Abhranil" userId="9c3bab5a-3d97-44f6-bde7-7d357481cb18" providerId="ADAL" clId="{49982B71-3990-4CE6-BEF3-553C489084F0}" dt="2024-05-01T15:16:26.286" v="518" actId="1076"/>
          <ac:spMkLst>
            <pc:docMk/>
            <pc:sldMk cId="1556629917" sldId="666"/>
            <ac:spMk id="11" creationId="{214F91BB-B705-4253-9F33-310722CE389E}"/>
          </ac:spMkLst>
        </pc:spChg>
        <pc:spChg chg="add del mod">
          <ac:chgData name="Abhranil" userId="9c3bab5a-3d97-44f6-bde7-7d357481cb18" providerId="ADAL" clId="{49982B71-3990-4CE6-BEF3-553C489084F0}" dt="2024-05-01T15:11:47.448" v="462" actId="478"/>
          <ac:spMkLst>
            <pc:docMk/>
            <pc:sldMk cId="1556629917" sldId="666"/>
            <ac:spMk id="12" creationId="{9E22869F-13AE-430B-BA43-CAFE1BD520D5}"/>
          </ac:spMkLst>
        </pc:spChg>
        <pc:spChg chg="add del mod ord">
          <ac:chgData name="Abhranil" userId="9c3bab5a-3d97-44f6-bde7-7d357481cb18" providerId="ADAL" clId="{49982B71-3990-4CE6-BEF3-553C489084F0}" dt="2024-05-01T15:16:41.741" v="523" actId="478"/>
          <ac:spMkLst>
            <pc:docMk/>
            <pc:sldMk cId="1556629917" sldId="666"/>
            <ac:spMk id="13" creationId="{73C64304-3077-4555-8C93-4BF105D6B26C}"/>
          </ac:spMkLst>
        </pc:spChg>
        <pc:spChg chg="add mod ord">
          <ac:chgData name="Abhranil" userId="9c3bab5a-3d97-44f6-bde7-7d357481cb18" providerId="ADAL" clId="{49982B71-3990-4CE6-BEF3-553C489084F0}" dt="2024-05-01T15:14:51.274" v="490" actId="164"/>
          <ac:spMkLst>
            <pc:docMk/>
            <pc:sldMk cId="1556629917" sldId="666"/>
            <ac:spMk id="14" creationId="{7F1F17B6-5189-4475-B5A7-4384A224B569}"/>
          </ac:spMkLst>
        </pc:spChg>
        <pc:spChg chg="add mod">
          <ac:chgData name="Abhranil" userId="9c3bab5a-3d97-44f6-bde7-7d357481cb18" providerId="ADAL" clId="{49982B71-3990-4CE6-BEF3-553C489084F0}" dt="2024-05-01T15:39:20.690" v="669" actId="1582"/>
          <ac:spMkLst>
            <pc:docMk/>
            <pc:sldMk cId="1556629917" sldId="666"/>
            <ac:spMk id="15" creationId="{16BF20E3-4613-4EBC-AADC-0D27F0A6A46C}"/>
          </ac:spMkLst>
        </pc:spChg>
        <pc:spChg chg="add mod">
          <ac:chgData name="Abhranil" userId="9c3bab5a-3d97-44f6-bde7-7d357481cb18" providerId="ADAL" clId="{49982B71-3990-4CE6-BEF3-553C489084F0}" dt="2024-05-01T15:17:40.036" v="532" actId="1076"/>
          <ac:spMkLst>
            <pc:docMk/>
            <pc:sldMk cId="1556629917" sldId="666"/>
            <ac:spMk id="31" creationId="{89F072DA-F554-4C4E-9FA7-46B7E86BF528}"/>
          </ac:spMkLst>
        </pc:spChg>
        <pc:spChg chg="add del mod">
          <ac:chgData name="Abhranil" userId="9c3bab5a-3d97-44f6-bde7-7d357481cb18" providerId="ADAL" clId="{49982B71-3990-4CE6-BEF3-553C489084F0}" dt="2024-05-01T15:17:18.325" v="529" actId="478"/>
          <ac:spMkLst>
            <pc:docMk/>
            <pc:sldMk cId="1556629917" sldId="666"/>
            <ac:spMk id="32" creationId="{6C2EC192-E7D7-4200-B743-64169D278669}"/>
          </ac:spMkLst>
        </pc:spChg>
        <pc:spChg chg="add mod ord">
          <ac:chgData name="Abhranil" userId="9c3bab5a-3d97-44f6-bde7-7d357481cb18" providerId="ADAL" clId="{49982B71-3990-4CE6-BEF3-553C489084F0}" dt="2024-05-01T15:43:36.140" v="703" actId="1036"/>
          <ac:spMkLst>
            <pc:docMk/>
            <pc:sldMk cId="1556629917" sldId="666"/>
            <ac:spMk id="35" creationId="{61395789-E6A3-450B-B078-74C334F2FA69}"/>
          </ac:spMkLst>
        </pc:spChg>
        <pc:spChg chg="add del mod">
          <ac:chgData name="Abhranil" userId="9c3bab5a-3d97-44f6-bde7-7d357481cb18" providerId="ADAL" clId="{49982B71-3990-4CE6-BEF3-553C489084F0}" dt="2024-05-01T15:17:43.193" v="533" actId="478"/>
          <ac:spMkLst>
            <pc:docMk/>
            <pc:sldMk cId="1556629917" sldId="666"/>
            <ac:spMk id="37" creationId="{38F536C9-71A0-4566-AA60-8B688B858601}"/>
          </ac:spMkLst>
        </pc:spChg>
        <pc:spChg chg="add del mod">
          <ac:chgData name="Abhranil" userId="9c3bab5a-3d97-44f6-bde7-7d357481cb18" providerId="ADAL" clId="{49982B71-3990-4CE6-BEF3-553C489084F0}" dt="2024-05-01T15:17:58.758" v="537" actId="478"/>
          <ac:spMkLst>
            <pc:docMk/>
            <pc:sldMk cId="1556629917" sldId="666"/>
            <ac:spMk id="38" creationId="{ECCB6E58-B119-4A2E-B9CA-92CC84714A43}"/>
          </ac:spMkLst>
        </pc:spChg>
        <pc:spChg chg="add del mod">
          <ac:chgData name="Abhranil" userId="9c3bab5a-3d97-44f6-bde7-7d357481cb18" providerId="ADAL" clId="{49982B71-3990-4CE6-BEF3-553C489084F0}" dt="2024-05-01T15:17:58.758" v="537" actId="478"/>
          <ac:spMkLst>
            <pc:docMk/>
            <pc:sldMk cId="1556629917" sldId="666"/>
            <ac:spMk id="39" creationId="{33F9C1AF-E696-4FF1-9C42-D885233EDF97}"/>
          </ac:spMkLst>
        </pc:spChg>
        <pc:spChg chg="mod">
          <ac:chgData name="Abhranil" userId="9c3bab5a-3d97-44f6-bde7-7d357481cb18" providerId="ADAL" clId="{49982B71-3990-4CE6-BEF3-553C489084F0}" dt="2024-05-01T15:17:48.505" v="534"/>
          <ac:spMkLst>
            <pc:docMk/>
            <pc:sldMk cId="1556629917" sldId="666"/>
            <ac:spMk id="41" creationId="{D51F3481-F8D7-4B63-B32B-F3FA0777BF2E}"/>
          </ac:spMkLst>
        </pc:spChg>
        <pc:spChg chg="mod">
          <ac:chgData name="Abhranil" userId="9c3bab5a-3d97-44f6-bde7-7d357481cb18" providerId="ADAL" clId="{49982B71-3990-4CE6-BEF3-553C489084F0}" dt="2024-05-01T15:17:48.505" v="534"/>
          <ac:spMkLst>
            <pc:docMk/>
            <pc:sldMk cId="1556629917" sldId="666"/>
            <ac:spMk id="42" creationId="{92B1EA15-58B8-4B21-A98B-DB8A9843B99B}"/>
          </ac:spMkLst>
        </pc:spChg>
        <pc:spChg chg="add del mod">
          <ac:chgData name="Abhranil" userId="9c3bab5a-3d97-44f6-bde7-7d357481cb18" providerId="ADAL" clId="{49982B71-3990-4CE6-BEF3-553C489084F0}" dt="2024-05-01T15:17:58.758" v="537" actId="478"/>
          <ac:spMkLst>
            <pc:docMk/>
            <pc:sldMk cId="1556629917" sldId="666"/>
            <ac:spMk id="47" creationId="{AEE7B4AD-8588-4F6A-BD0A-7DDCA17B3A8A}"/>
          </ac:spMkLst>
        </pc:spChg>
        <pc:spChg chg="add del mod ord">
          <ac:chgData name="Abhranil" userId="9c3bab5a-3d97-44f6-bde7-7d357481cb18" providerId="ADAL" clId="{49982B71-3990-4CE6-BEF3-553C489084F0}" dt="2024-05-01T15:28:23.887" v="586" actId="478"/>
          <ac:spMkLst>
            <pc:docMk/>
            <pc:sldMk cId="1556629917" sldId="666"/>
            <ac:spMk id="56" creationId="{67D7BC3E-736C-40D7-9CBA-9935E13F9558}"/>
          </ac:spMkLst>
        </pc:spChg>
        <pc:spChg chg="add del mod">
          <ac:chgData name="Abhranil" userId="9c3bab5a-3d97-44f6-bde7-7d357481cb18" providerId="ADAL" clId="{49982B71-3990-4CE6-BEF3-553C489084F0}" dt="2024-05-01T15:28:58.330" v="589" actId="478"/>
          <ac:spMkLst>
            <pc:docMk/>
            <pc:sldMk cId="1556629917" sldId="666"/>
            <ac:spMk id="58" creationId="{086753E9-46CA-4688-A55D-8621A2780AA2}"/>
          </ac:spMkLst>
        </pc:spChg>
        <pc:spChg chg="mod">
          <ac:chgData name="Abhranil" userId="9c3bab5a-3d97-44f6-bde7-7d357481cb18" providerId="ADAL" clId="{49982B71-3990-4CE6-BEF3-553C489084F0}" dt="2024-05-01T15:18:53.548" v="543"/>
          <ac:spMkLst>
            <pc:docMk/>
            <pc:sldMk cId="1556629917" sldId="666"/>
            <ac:spMk id="60" creationId="{E6FEF380-68D9-4544-B658-E078F4A87FC9}"/>
          </ac:spMkLst>
        </pc:spChg>
        <pc:spChg chg="mod">
          <ac:chgData name="Abhranil" userId="9c3bab5a-3d97-44f6-bde7-7d357481cb18" providerId="ADAL" clId="{49982B71-3990-4CE6-BEF3-553C489084F0}" dt="2024-05-01T15:18:53.548" v="543"/>
          <ac:spMkLst>
            <pc:docMk/>
            <pc:sldMk cId="1556629917" sldId="666"/>
            <ac:spMk id="61" creationId="{35B41C03-1A56-46D0-961F-CB529E1DA48F}"/>
          </ac:spMkLst>
        </pc:spChg>
        <pc:spChg chg="add del mod">
          <ac:chgData name="Abhranil" userId="9c3bab5a-3d97-44f6-bde7-7d357481cb18" providerId="ADAL" clId="{49982B71-3990-4CE6-BEF3-553C489084F0}" dt="2024-05-01T15:29:00.283" v="590" actId="478"/>
          <ac:spMkLst>
            <pc:docMk/>
            <pc:sldMk cId="1556629917" sldId="666"/>
            <ac:spMk id="66" creationId="{04BA6747-21E1-49DB-9658-BC396EE8145E}"/>
          </ac:spMkLst>
        </pc:spChg>
        <pc:spChg chg="add del mod">
          <ac:chgData name="Abhranil" userId="9c3bab5a-3d97-44f6-bde7-7d357481cb18" providerId="ADAL" clId="{49982B71-3990-4CE6-BEF3-553C489084F0}" dt="2024-05-01T15:33:06.990" v="614" actId="478"/>
          <ac:spMkLst>
            <pc:docMk/>
            <pc:sldMk cId="1556629917" sldId="666"/>
            <ac:spMk id="76" creationId="{594D0114-5BFE-4216-B97D-37115E10AE69}"/>
          </ac:spMkLst>
        </pc:spChg>
        <pc:spChg chg="mod">
          <ac:chgData name="Abhranil" userId="9c3bab5a-3d97-44f6-bde7-7d357481cb18" providerId="ADAL" clId="{49982B71-3990-4CE6-BEF3-553C489084F0}" dt="2024-05-01T15:28:36.889" v="587"/>
          <ac:spMkLst>
            <pc:docMk/>
            <pc:sldMk cId="1556629917" sldId="666"/>
            <ac:spMk id="80" creationId="{02DB93A8-31E1-4F16-A996-88B8C1AF171D}"/>
          </ac:spMkLst>
        </pc:spChg>
        <pc:spChg chg="mod">
          <ac:chgData name="Abhranil" userId="9c3bab5a-3d97-44f6-bde7-7d357481cb18" providerId="ADAL" clId="{49982B71-3990-4CE6-BEF3-553C489084F0}" dt="2024-05-01T15:28:36.889" v="587"/>
          <ac:spMkLst>
            <pc:docMk/>
            <pc:sldMk cId="1556629917" sldId="666"/>
            <ac:spMk id="81" creationId="{A47A41D5-6530-43BE-A0C2-6FE623C26DF8}"/>
          </ac:spMkLst>
        </pc:spChg>
        <pc:spChg chg="add del mod">
          <ac:chgData name="Abhranil" userId="9c3bab5a-3d97-44f6-bde7-7d357481cb18" providerId="ADAL" clId="{49982B71-3990-4CE6-BEF3-553C489084F0}" dt="2024-05-01T15:33:06.424" v="613" actId="478"/>
          <ac:spMkLst>
            <pc:docMk/>
            <pc:sldMk cId="1556629917" sldId="666"/>
            <ac:spMk id="88" creationId="{6077B59A-1A0C-4EEF-92BD-D443655BA4AD}"/>
          </ac:spMkLst>
        </pc:spChg>
        <pc:spChg chg="mod">
          <ac:chgData name="Abhranil" userId="9c3bab5a-3d97-44f6-bde7-7d357481cb18" providerId="ADAL" clId="{49982B71-3990-4CE6-BEF3-553C489084F0}" dt="2024-05-01T15:29:14.319" v="591"/>
          <ac:spMkLst>
            <pc:docMk/>
            <pc:sldMk cId="1556629917" sldId="666"/>
            <ac:spMk id="92" creationId="{65C254C3-A9B5-4C5C-9A0B-A4A54D0FA28D}"/>
          </ac:spMkLst>
        </pc:spChg>
        <pc:spChg chg="mod">
          <ac:chgData name="Abhranil" userId="9c3bab5a-3d97-44f6-bde7-7d357481cb18" providerId="ADAL" clId="{49982B71-3990-4CE6-BEF3-553C489084F0}" dt="2024-05-01T15:29:14.319" v="591"/>
          <ac:spMkLst>
            <pc:docMk/>
            <pc:sldMk cId="1556629917" sldId="666"/>
            <ac:spMk id="93" creationId="{9F93FF24-0F6D-4D6C-AEF1-CB0962F30B74}"/>
          </ac:spMkLst>
        </pc:spChg>
        <pc:spChg chg="add del mod">
          <ac:chgData name="Abhranil" userId="9c3bab5a-3d97-44f6-bde7-7d357481cb18" providerId="ADAL" clId="{49982B71-3990-4CE6-BEF3-553C489084F0}" dt="2024-05-01T15:37:23.595" v="654" actId="478"/>
          <ac:spMkLst>
            <pc:docMk/>
            <pc:sldMk cId="1556629917" sldId="666"/>
            <ac:spMk id="105" creationId="{B49BA7D7-2554-4C5F-BFA0-F1F51A6300ED}"/>
          </ac:spMkLst>
        </pc:spChg>
        <pc:spChg chg="mod">
          <ac:chgData name="Abhranil" userId="9c3bab5a-3d97-44f6-bde7-7d357481cb18" providerId="ADAL" clId="{49982B71-3990-4CE6-BEF3-553C489084F0}" dt="2024-05-01T15:33:41.067" v="617"/>
          <ac:spMkLst>
            <pc:docMk/>
            <pc:sldMk cId="1556629917" sldId="666"/>
            <ac:spMk id="109" creationId="{9BDD38CA-048D-46AF-BF4A-D020753127FF}"/>
          </ac:spMkLst>
        </pc:spChg>
        <pc:spChg chg="mod">
          <ac:chgData name="Abhranil" userId="9c3bab5a-3d97-44f6-bde7-7d357481cb18" providerId="ADAL" clId="{49982B71-3990-4CE6-BEF3-553C489084F0}" dt="2024-05-01T15:33:41.067" v="617"/>
          <ac:spMkLst>
            <pc:docMk/>
            <pc:sldMk cId="1556629917" sldId="666"/>
            <ac:spMk id="110" creationId="{9F3460BC-11DC-400F-99FC-DF2A78BFF880}"/>
          </ac:spMkLst>
        </pc:spChg>
        <pc:spChg chg="add del mod">
          <ac:chgData name="Abhranil" userId="9c3bab5a-3d97-44f6-bde7-7d357481cb18" providerId="ADAL" clId="{49982B71-3990-4CE6-BEF3-553C489084F0}" dt="2024-05-01T15:37:23.595" v="654" actId="478"/>
          <ac:spMkLst>
            <pc:docMk/>
            <pc:sldMk cId="1556629917" sldId="666"/>
            <ac:spMk id="123" creationId="{A7F2D969-6D82-4500-B919-4A2370BE15C3}"/>
          </ac:spMkLst>
        </pc:spChg>
        <pc:spChg chg="mod">
          <ac:chgData name="Abhranil" userId="9c3bab5a-3d97-44f6-bde7-7d357481cb18" providerId="ADAL" clId="{49982B71-3990-4CE6-BEF3-553C489084F0}" dt="2024-05-01T15:35:03.046" v="633"/>
          <ac:spMkLst>
            <pc:docMk/>
            <pc:sldMk cId="1556629917" sldId="666"/>
            <ac:spMk id="127" creationId="{4AA088B7-BB0E-4FBC-88D5-A96E7A40C254}"/>
          </ac:spMkLst>
        </pc:spChg>
        <pc:spChg chg="mod">
          <ac:chgData name="Abhranil" userId="9c3bab5a-3d97-44f6-bde7-7d357481cb18" providerId="ADAL" clId="{49982B71-3990-4CE6-BEF3-553C489084F0}" dt="2024-05-01T15:35:03.046" v="633"/>
          <ac:spMkLst>
            <pc:docMk/>
            <pc:sldMk cId="1556629917" sldId="666"/>
            <ac:spMk id="128" creationId="{E34A96EA-13D3-48E9-874C-76170FDEA2F3}"/>
          </ac:spMkLst>
        </pc:spChg>
        <pc:spChg chg="add mod">
          <ac:chgData name="Abhranil" userId="9c3bab5a-3d97-44f6-bde7-7d357481cb18" providerId="ADAL" clId="{49982B71-3990-4CE6-BEF3-553C489084F0}" dt="2024-05-01T15:38:05.211" v="658" actId="1076"/>
          <ac:spMkLst>
            <pc:docMk/>
            <pc:sldMk cId="1556629917" sldId="666"/>
            <ac:spMk id="136" creationId="{CB8BD7C7-9F08-4AF6-AE46-05EF65059062}"/>
          </ac:spMkLst>
        </pc:spChg>
        <pc:spChg chg="mod">
          <ac:chgData name="Abhranil" userId="9c3bab5a-3d97-44f6-bde7-7d357481cb18" providerId="ADAL" clId="{49982B71-3990-4CE6-BEF3-553C489084F0}" dt="2024-05-01T15:39:29.797" v="670" actId="1582"/>
          <ac:spMkLst>
            <pc:docMk/>
            <pc:sldMk cId="1556629917" sldId="666"/>
            <ac:spMk id="140" creationId="{E3E103C9-4544-49E8-BC4E-DA6AF85F9EED}"/>
          </ac:spMkLst>
        </pc:spChg>
        <pc:spChg chg="mod">
          <ac:chgData name="Abhranil" userId="9c3bab5a-3d97-44f6-bde7-7d357481cb18" providerId="ADAL" clId="{49982B71-3990-4CE6-BEF3-553C489084F0}" dt="2024-05-01T15:37:47.290" v="657"/>
          <ac:spMkLst>
            <pc:docMk/>
            <pc:sldMk cId="1556629917" sldId="666"/>
            <ac:spMk id="141" creationId="{C2DCF6E1-6961-4F95-AF21-1E6480C90E40}"/>
          </ac:spMkLst>
        </pc:spChg>
        <pc:spChg chg="add mod">
          <ac:chgData name="Abhranil" userId="9c3bab5a-3d97-44f6-bde7-7d357481cb18" providerId="ADAL" clId="{49982B71-3990-4CE6-BEF3-553C489084F0}" dt="2024-05-01T15:40:33.262" v="676" actId="1076"/>
          <ac:spMkLst>
            <pc:docMk/>
            <pc:sldMk cId="1556629917" sldId="666"/>
            <ac:spMk id="150" creationId="{C96F7C1E-2956-4E99-8762-B9C6E515271B}"/>
          </ac:spMkLst>
        </pc:spChg>
        <pc:spChg chg="mod">
          <ac:chgData name="Abhranil" userId="9c3bab5a-3d97-44f6-bde7-7d357481cb18" providerId="ADAL" clId="{49982B71-3990-4CE6-BEF3-553C489084F0}" dt="2024-05-01T15:40:15.289" v="673"/>
          <ac:spMkLst>
            <pc:docMk/>
            <pc:sldMk cId="1556629917" sldId="666"/>
            <ac:spMk id="154" creationId="{9E342ECC-A507-4E24-9D0D-BD27A3F9AEEE}"/>
          </ac:spMkLst>
        </pc:spChg>
        <pc:spChg chg="mod">
          <ac:chgData name="Abhranil" userId="9c3bab5a-3d97-44f6-bde7-7d357481cb18" providerId="ADAL" clId="{49982B71-3990-4CE6-BEF3-553C489084F0}" dt="2024-05-01T15:40:15.289" v="673"/>
          <ac:spMkLst>
            <pc:docMk/>
            <pc:sldMk cId="1556629917" sldId="666"/>
            <ac:spMk id="155" creationId="{4C6D3A8C-53CC-43D8-9E77-2FC89458F9F2}"/>
          </ac:spMkLst>
        </pc:spChg>
        <pc:spChg chg="add mod">
          <ac:chgData name="Abhranil" userId="9c3bab5a-3d97-44f6-bde7-7d357481cb18" providerId="ADAL" clId="{49982B71-3990-4CE6-BEF3-553C489084F0}" dt="2024-05-01T15:41:02.779" v="680" actId="1076"/>
          <ac:spMkLst>
            <pc:docMk/>
            <pc:sldMk cId="1556629917" sldId="666"/>
            <ac:spMk id="164" creationId="{63A70CA8-9D25-4722-8170-D98C607C3D82}"/>
          </ac:spMkLst>
        </pc:spChg>
        <pc:spChg chg="mod">
          <ac:chgData name="Abhranil" userId="9c3bab5a-3d97-44f6-bde7-7d357481cb18" providerId="ADAL" clId="{49982B71-3990-4CE6-BEF3-553C489084F0}" dt="2024-05-01T15:40:49.307" v="677"/>
          <ac:spMkLst>
            <pc:docMk/>
            <pc:sldMk cId="1556629917" sldId="666"/>
            <ac:spMk id="168" creationId="{E6355945-23DD-4C66-B4A3-86CEC142740B}"/>
          </ac:spMkLst>
        </pc:spChg>
        <pc:spChg chg="mod">
          <ac:chgData name="Abhranil" userId="9c3bab5a-3d97-44f6-bde7-7d357481cb18" providerId="ADAL" clId="{49982B71-3990-4CE6-BEF3-553C489084F0}" dt="2024-05-01T15:40:49.307" v="677"/>
          <ac:spMkLst>
            <pc:docMk/>
            <pc:sldMk cId="1556629917" sldId="666"/>
            <ac:spMk id="169" creationId="{48177CC9-6AF8-488A-B6AA-7026A4899AF0}"/>
          </ac:spMkLst>
        </pc:spChg>
        <pc:spChg chg="add mod">
          <ac:chgData name="Abhranil" userId="9c3bab5a-3d97-44f6-bde7-7d357481cb18" providerId="ADAL" clId="{49982B71-3990-4CE6-BEF3-553C489084F0}" dt="2024-05-01T15:41:26.360" v="684" actId="1076"/>
          <ac:spMkLst>
            <pc:docMk/>
            <pc:sldMk cId="1556629917" sldId="666"/>
            <ac:spMk id="178" creationId="{D2619BD7-649C-499C-AD03-77653105B2F6}"/>
          </ac:spMkLst>
        </pc:spChg>
        <pc:spChg chg="del mod topLvl">
          <ac:chgData name="Abhranil" userId="9c3bab5a-3d97-44f6-bde7-7d357481cb18" providerId="ADAL" clId="{49982B71-3990-4CE6-BEF3-553C489084F0}" dt="2024-05-01T15:42:52.903" v="693" actId="478"/>
          <ac:spMkLst>
            <pc:docMk/>
            <pc:sldMk cId="1556629917" sldId="666"/>
            <ac:spMk id="182" creationId="{6EFCD0EB-F466-4D1A-A37C-010C9482F681}"/>
          </ac:spMkLst>
        </pc:spChg>
        <pc:spChg chg="mod topLvl">
          <ac:chgData name="Abhranil" userId="9c3bab5a-3d97-44f6-bde7-7d357481cb18" providerId="ADAL" clId="{49982B71-3990-4CE6-BEF3-553C489084F0}" dt="2024-05-01T15:43:21.638" v="701" actId="14100"/>
          <ac:spMkLst>
            <pc:docMk/>
            <pc:sldMk cId="1556629917" sldId="666"/>
            <ac:spMk id="183" creationId="{6B80B35F-D8B2-4C18-838A-BC2C4AA0E188}"/>
          </ac:spMkLst>
        </pc:spChg>
        <pc:spChg chg="add mod">
          <ac:chgData name="Abhranil" userId="9c3bab5a-3d97-44f6-bde7-7d357481cb18" providerId="ADAL" clId="{49982B71-3990-4CE6-BEF3-553C489084F0}" dt="2024-05-01T15:51:25.563" v="809" actId="1076"/>
          <ac:spMkLst>
            <pc:docMk/>
            <pc:sldMk cId="1556629917" sldId="666"/>
            <ac:spMk id="190" creationId="{8D817574-233B-411E-9EBB-C2778FEA47B2}"/>
          </ac:spMkLst>
        </pc:spChg>
        <pc:spChg chg="add mod ord">
          <ac:chgData name="Abhranil" userId="9c3bab5a-3d97-44f6-bde7-7d357481cb18" providerId="ADAL" clId="{49982B71-3990-4CE6-BEF3-553C489084F0}" dt="2024-05-01T15:49:21.824" v="771" actId="164"/>
          <ac:spMkLst>
            <pc:docMk/>
            <pc:sldMk cId="1556629917" sldId="666"/>
            <ac:spMk id="193" creationId="{81C0954D-88CB-4F7E-9116-EF97ADB71F22}"/>
          </ac:spMkLst>
        </pc:spChg>
        <pc:spChg chg="add mod">
          <ac:chgData name="Abhranil" userId="9c3bab5a-3d97-44f6-bde7-7d357481cb18" providerId="ADAL" clId="{49982B71-3990-4CE6-BEF3-553C489084F0}" dt="2024-05-01T15:49:21.824" v="771" actId="164"/>
          <ac:spMkLst>
            <pc:docMk/>
            <pc:sldMk cId="1556629917" sldId="666"/>
            <ac:spMk id="197" creationId="{A4E320B2-35BE-4B1B-8288-D28CC2982F7F}"/>
          </ac:spMkLst>
        </pc:spChg>
        <pc:spChg chg="add mod">
          <ac:chgData name="Abhranil" userId="9c3bab5a-3d97-44f6-bde7-7d357481cb18" providerId="ADAL" clId="{49982B71-3990-4CE6-BEF3-553C489084F0}" dt="2024-05-01T15:51:57.596" v="814" actId="1076"/>
          <ac:spMkLst>
            <pc:docMk/>
            <pc:sldMk cId="1556629917" sldId="666"/>
            <ac:spMk id="198" creationId="{2143C659-5AB1-4140-919E-EC0346F276DD}"/>
          </ac:spMkLst>
        </pc:spChg>
        <pc:spChg chg="add del mod">
          <ac:chgData name="Abhranil" userId="9c3bab5a-3d97-44f6-bde7-7d357481cb18" providerId="ADAL" clId="{49982B71-3990-4CE6-BEF3-553C489084F0}" dt="2024-05-01T15:48:22.377" v="760" actId="478"/>
          <ac:spMkLst>
            <pc:docMk/>
            <pc:sldMk cId="1556629917" sldId="666"/>
            <ac:spMk id="199" creationId="{76B9BCC9-2D21-4D4B-A10B-920098545DE9}"/>
          </ac:spMkLst>
        </pc:spChg>
        <pc:spChg chg="add del mod">
          <ac:chgData name="Abhranil" userId="9c3bab5a-3d97-44f6-bde7-7d357481cb18" providerId="ADAL" clId="{49982B71-3990-4CE6-BEF3-553C489084F0}" dt="2024-05-01T15:48:22.377" v="760" actId="478"/>
          <ac:spMkLst>
            <pc:docMk/>
            <pc:sldMk cId="1556629917" sldId="666"/>
            <ac:spMk id="200" creationId="{098E35A4-C755-4BA8-A0E5-36E798E5D01B}"/>
          </ac:spMkLst>
        </pc:spChg>
        <pc:spChg chg="add del mod">
          <ac:chgData name="Abhranil" userId="9c3bab5a-3d97-44f6-bde7-7d357481cb18" providerId="ADAL" clId="{49982B71-3990-4CE6-BEF3-553C489084F0}" dt="2024-05-01T15:50:28.062" v="780" actId="478"/>
          <ac:spMkLst>
            <pc:docMk/>
            <pc:sldMk cId="1556629917" sldId="666"/>
            <ac:spMk id="202" creationId="{CDEE709C-8E96-440E-8DD3-0E19EE9A8EA8}"/>
          </ac:spMkLst>
        </pc:spChg>
        <pc:spChg chg="add del mod">
          <ac:chgData name="Abhranil" userId="9c3bab5a-3d97-44f6-bde7-7d357481cb18" providerId="ADAL" clId="{49982B71-3990-4CE6-BEF3-553C489084F0}" dt="2024-05-01T15:50:29.678" v="781" actId="478"/>
          <ac:spMkLst>
            <pc:docMk/>
            <pc:sldMk cId="1556629917" sldId="666"/>
            <ac:spMk id="203" creationId="{CAB6D829-B1B6-4CE3-A1D5-EB605A404AC8}"/>
          </ac:spMkLst>
        </pc:spChg>
        <pc:spChg chg="mod topLvl">
          <ac:chgData name="Abhranil" userId="9c3bab5a-3d97-44f6-bde7-7d357481cb18" providerId="ADAL" clId="{49982B71-3990-4CE6-BEF3-553C489084F0}" dt="2024-05-01T15:53:03.129" v="832" actId="165"/>
          <ac:spMkLst>
            <pc:docMk/>
            <pc:sldMk cId="1556629917" sldId="666"/>
            <ac:spMk id="211" creationId="{18F41807-DAB9-4F85-956D-9970BF73212B}"/>
          </ac:spMkLst>
        </pc:spChg>
        <pc:spChg chg="del mod topLvl">
          <ac:chgData name="Abhranil" userId="9c3bab5a-3d97-44f6-bde7-7d357481cb18" providerId="ADAL" clId="{49982B71-3990-4CE6-BEF3-553C489084F0}" dt="2024-05-01T15:53:05.343" v="833" actId="478"/>
          <ac:spMkLst>
            <pc:docMk/>
            <pc:sldMk cId="1556629917" sldId="666"/>
            <ac:spMk id="212" creationId="{69817ED1-0167-457C-B0E6-681B2E66D70D}"/>
          </ac:spMkLst>
        </pc:spChg>
        <pc:spChg chg="add mod">
          <ac:chgData name="Abhranil" userId="9c3bab5a-3d97-44f6-bde7-7d357481cb18" providerId="ADAL" clId="{49982B71-3990-4CE6-BEF3-553C489084F0}" dt="2024-05-01T15:52:44.189" v="830" actId="1076"/>
          <ac:spMkLst>
            <pc:docMk/>
            <pc:sldMk cId="1556629917" sldId="666"/>
            <ac:spMk id="216" creationId="{EEB4FB6A-EE86-4E29-9959-2D9341D20C25}"/>
          </ac:spMkLst>
        </pc:spChg>
        <pc:spChg chg="add mod">
          <ac:chgData name="Abhranil" userId="9c3bab5a-3d97-44f6-bde7-7d357481cb18" providerId="ADAL" clId="{49982B71-3990-4CE6-BEF3-553C489084F0}" dt="2024-05-01T15:53:39.897" v="844" actId="1076"/>
          <ac:spMkLst>
            <pc:docMk/>
            <pc:sldMk cId="1556629917" sldId="666"/>
            <ac:spMk id="218" creationId="{BF0F3888-2BA3-40DF-889E-75F4DC1B2D71}"/>
          </ac:spMkLst>
        </pc:spChg>
        <pc:spChg chg="add mod">
          <ac:chgData name="Abhranil" userId="9c3bab5a-3d97-44f6-bde7-7d357481cb18" providerId="ADAL" clId="{49982B71-3990-4CE6-BEF3-553C489084F0}" dt="2024-05-01T15:54:30.512" v="867" actId="1076"/>
          <ac:spMkLst>
            <pc:docMk/>
            <pc:sldMk cId="1556629917" sldId="666"/>
            <ac:spMk id="219" creationId="{4F57C45B-848D-496D-8AA5-BA21312C8E7F}"/>
          </ac:spMkLst>
        </pc:spChg>
        <pc:spChg chg="add mod">
          <ac:chgData name="Abhranil" userId="9c3bab5a-3d97-44f6-bde7-7d357481cb18" providerId="ADAL" clId="{49982B71-3990-4CE6-BEF3-553C489084F0}" dt="2024-05-01T15:54:43.744" v="875" actId="20577"/>
          <ac:spMkLst>
            <pc:docMk/>
            <pc:sldMk cId="1556629917" sldId="666"/>
            <ac:spMk id="220" creationId="{25C3C128-A486-4721-BC8A-43638F2F849C}"/>
          </ac:spMkLst>
        </pc:spChg>
        <pc:spChg chg="add mod">
          <ac:chgData name="Abhranil" userId="9c3bab5a-3d97-44f6-bde7-7d357481cb18" providerId="ADAL" clId="{49982B71-3990-4CE6-BEF3-553C489084F0}" dt="2024-05-01T15:57:19.317" v="918" actId="164"/>
          <ac:spMkLst>
            <pc:docMk/>
            <pc:sldMk cId="1556629917" sldId="666"/>
            <ac:spMk id="221" creationId="{D18E4F80-F647-4BD4-BF61-7BC1BD97677C}"/>
          </ac:spMkLst>
        </pc:spChg>
        <pc:spChg chg="add mod">
          <ac:chgData name="Abhranil" userId="9c3bab5a-3d97-44f6-bde7-7d357481cb18" providerId="ADAL" clId="{49982B71-3990-4CE6-BEF3-553C489084F0}" dt="2024-05-01T16:05:33.789" v="970" actId="1076"/>
          <ac:spMkLst>
            <pc:docMk/>
            <pc:sldMk cId="1556629917" sldId="666"/>
            <ac:spMk id="222" creationId="{2186FA57-26B4-41A0-9636-0524EB9099AF}"/>
          </ac:spMkLst>
        </pc:spChg>
        <pc:spChg chg="mod">
          <ac:chgData name="Abhranil" userId="9c3bab5a-3d97-44f6-bde7-7d357481cb18" providerId="ADAL" clId="{49982B71-3990-4CE6-BEF3-553C489084F0}" dt="2024-05-01T15:58:44.496" v="931" actId="1076"/>
          <ac:spMkLst>
            <pc:docMk/>
            <pc:sldMk cId="1556629917" sldId="666"/>
            <ac:spMk id="227" creationId="{F03A4DCC-A5E9-42C4-8A58-0449EF77AEBB}"/>
          </ac:spMkLst>
        </pc:spChg>
        <pc:spChg chg="mod">
          <ac:chgData name="Abhranil" userId="9c3bab5a-3d97-44f6-bde7-7d357481cb18" providerId="ADAL" clId="{49982B71-3990-4CE6-BEF3-553C489084F0}" dt="2024-05-01T15:58:48.844" v="932" actId="1076"/>
          <ac:spMkLst>
            <pc:docMk/>
            <pc:sldMk cId="1556629917" sldId="666"/>
            <ac:spMk id="228" creationId="{7A913C6B-F842-453C-AFEE-26D0F71DE384}"/>
          </ac:spMkLst>
        </pc:spChg>
        <pc:spChg chg="mod topLvl">
          <ac:chgData name="Abhranil" userId="9c3bab5a-3d97-44f6-bde7-7d357481cb18" providerId="ADAL" clId="{49982B71-3990-4CE6-BEF3-553C489084F0}" dt="2024-05-01T16:07:42.582" v="1009" actId="1076"/>
          <ac:spMkLst>
            <pc:docMk/>
            <pc:sldMk cId="1556629917" sldId="666"/>
            <ac:spMk id="230" creationId="{F2702883-33D8-48FA-AC9B-CB4E360EE9B8}"/>
          </ac:spMkLst>
        </pc:spChg>
        <pc:spChg chg="mod topLvl">
          <ac:chgData name="Abhranil" userId="9c3bab5a-3d97-44f6-bde7-7d357481cb18" providerId="ADAL" clId="{49982B71-3990-4CE6-BEF3-553C489084F0}" dt="2024-05-01T16:07:47.896" v="1010" actId="1076"/>
          <ac:spMkLst>
            <pc:docMk/>
            <pc:sldMk cId="1556629917" sldId="666"/>
            <ac:spMk id="231" creationId="{541F0C20-2BD7-4A0C-BE5A-782945129C65}"/>
          </ac:spMkLst>
        </pc:spChg>
        <pc:grpChg chg="add mod ord">
          <ac:chgData name="Abhranil" userId="9c3bab5a-3d97-44f6-bde7-7d357481cb18" providerId="ADAL" clId="{49982B71-3990-4CE6-BEF3-553C489084F0}" dt="2024-05-01T15:37:30.631" v="655" actId="166"/>
          <ac:grpSpMkLst>
            <pc:docMk/>
            <pc:sldMk cId="1556629917" sldId="666"/>
            <ac:grpSpMk id="30" creationId="{A7F26612-35C0-49DB-8FAA-1D8641614798}"/>
          </ac:grpSpMkLst>
        </pc:grpChg>
        <pc:grpChg chg="add del mod">
          <ac:chgData name="Abhranil" userId="9c3bab5a-3d97-44f6-bde7-7d357481cb18" providerId="ADAL" clId="{49982B71-3990-4CE6-BEF3-553C489084F0}" dt="2024-05-01T15:17:58.758" v="537" actId="478"/>
          <ac:grpSpMkLst>
            <pc:docMk/>
            <pc:sldMk cId="1556629917" sldId="666"/>
            <ac:grpSpMk id="40" creationId="{2E894B13-972C-46DB-AE1A-CE4E11EF23F8}"/>
          </ac:grpSpMkLst>
        </pc:grpChg>
        <pc:grpChg chg="add del mod">
          <ac:chgData name="Abhranil" userId="9c3bab5a-3d97-44f6-bde7-7d357481cb18" providerId="ADAL" clId="{49982B71-3990-4CE6-BEF3-553C489084F0}" dt="2024-05-01T15:28:02.987" v="583" actId="478"/>
          <ac:grpSpMkLst>
            <pc:docMk/>
            <pc:sldMk cId="1556629917" sldId="666"/>
            <ac:grpSpMk id="59" creationId="{CB8BDA49-F863-48A8-B2D6-E507BFAEEE65}"/>
          </ac:grpSpMkLst>
        </pc:grpChg>
        <pc:grpChg chg="add del mod">
          <ac:chgData name="Abhranil" userId="9c3bab5a-3d97-44f6-bde7-7d357481cb18" providerId="ADAL" clId="{49982B71-3990-4CE6-BEF3-553C489084F0}" dt="2024-05-01T15:33:06.424" v="613" actId="478"/>
          <ac:grpSpMkLst>
            <pc:docMk/>
            <pc:sldMk cId="1556629917" sldId="666"/>
            <ac:grpSpMk id="79" creationId="{76B9146E-BFC9-4A4A-B646-61B79A822FDC}"/>
          </ac:grpSpMkLst>
        </pc:grpChg>
        <pc:grpChg chg="add del mod">
          <ac:chgData name="Abhranil" userId="9c3bab5a-3d97-44f6-bde7-7d357481cb18" providerId="ADAL" clId="{49982B71-3990-4CE6-BEF3-553C489084F0}" dt="2024-05-01T15:33:06.424" v="613" actId="478"/>
          <ac:grpSpMkLst>
            <pc:docMk/>
            <pc:sldMk cId="1556629917" sldId="666"/>
            <ac:grpSpMk id="91" creationId="{1ED948E3-3EA1-4CD6-A9C4-EC3E0BDEDDA5}"/>
          </ac:grpSpMkLst>
        </pc:grpChg>
        <pc:grpChg chg="add del mod">
          <ac:chgData name="Abhranil" userId="9c3bab5a-3d97-44f6-bde7-7d357481cb18" providerId="ADAL" clId="{49982B71-3990-4CE6-BEF3-553C489084F0}" dt="2024-05-01T15:37:23.595" v="654" actId="478"/>
          <ac:grpSpMkLst>
            <pc:docMk/>
            <pc:sldMk cId="1556629917" sldId="666"/>
            <ac:grpSpMk id="108" creationId="{878F269D-A271-4916-9141-B5D8C22CFBCB}"/>
          </ac:grpSpMkLst>
        </pc:grpChg>
        <pc:grpChg chg="add del mod">
          <ac:chgData name="Abhranil" userId="9c3bab5a-3d97-44f6-bde7-7d357481cb18" providerId="ADAL" clId="{49982B71-3990-4CE6-BEF3-553C489084F0}" dt="2024-05-01T15:37:23.595" v="654" actId="478"/>
          <ac:grpSpMkLst>
            <pc:docMk/>
            <pc:sldMk cId="1556629917" sldId="666"/>
            <ac:grpSpMk id="126" creationId="{43F40226-F33C-4068-820D-7CC0BF75A3CB}"/>
          </ac:grpSpMkLst>
        </pc:grpChg>
        <pc:grpChg chg="add mod">
          <ac:chgData name="Abhranil" userId="9c3bab5a-3d97-44f6-bde7-7d357481cb18" providerId="ADAL" clId="{49982B71-3990-4CE6-BEF3-553C489084F0}" dt="2024-05-01T15:38:05.211" v="658" actId="1076"/>
          <ac:grpSpMkLst>
            <pc:docMk/>
            <pc:sldMk cId="1556629917" sldId="666"/>
            <ac:grpSpMk id="139" creationId="{B3B2F5D2-7266-4AC4-BA89-E603ABCCB3CE}"/>
          </ac:grpSpMkLst>
        </pc:grpChg>
        <pc:grpChg chg="add mod">
          <ac:chgData name="Abhranil" userId="9c3bab5a-3d97-44f6-bde7-7d357481cb18" providerId="ADAL" clId="{49982B71-3990-4CE6-BEF3-553C489084F0}" dt="2024-05-01T15:40:33.262" v="676" actId="1076"/>
          <ac:grpSpMkLst>
            <pc:docMk/>
            <pc:sldMk cId="1556629917" sldId="666"/>
            <ac:grpSpMk id="153" creationId="{DC917432-330F-4802-9EBB-15A5BC1B7EA5}"/>
          </ac:grpSpMkLst>
        </pc:grpChg>
        <pc:grpChg chg="add mod">
          <ac:chgData name="Abhranil" userId="9c3bab5a-3d97-44f6-bde7-7d357481cb18" providerId="ADAL" clId="{49982B71-3990-4CE6-BEF3-553C489084F0}" dt="2024-05-01T15:41:02.779" v="680" actId="1076"/>
          <ac:grpSpMkLst>
            <pc:docMk/>
            <pc:sldMk cId="1556629917" sldId="666"/>
            <ac:grpSpMk id="167" creationId="{8ACC7372-B02D-4661-973F-39389A5764A2}"/>
          </ac:grpSpMkLst>
        </pc:grpChg>
        <pc:grpChg chg="add del mod">
          <ac:chgData name="Abhranil" userId="9c3bab5a-3d97-44f6-bde7-7d357481cb18" providerId="ADAL" clId="{49982B71-3990-4CE6-BEF3-553C489084F0}" dt="2024-05-01T15:42:47.910" v="691" actId="165"/>
          <ac:grpSpMkLst>
            <pc:docMk/>
            <pc:sldMk cId="1556629917" sldId="666"/>
            <ac:grpSpMk id="181" creationId="{7655018B-EB84-470D-B2FB-82905F3BC482}"/>
          </ac:grpSpMkLst>
        </pc:grpChg>
        <pc:grpChg chg="add mod ord">
          <ac:chgData name="Abhranil" userId="9c3bab5a-3d97-44f6-bde7-7d357481cb18" providerId="ADAL" clId="{49982B71-3990-4CE6-BEF3-553C489084F0}" dt="2024-05-01T15:51:38.852" v="811" actId="1076"/>
          <ac:grpSpMkLst>
            <pc:docMk/>
            <pc:sldMk cId="1556629917" sldId="666"/>
            <ac:grpSpMk id="206" creationId="{5772388D-490D-45EF-9F8C-6B0285EB28DE}"/>
          </ac:grpSpMkLst>
        </pc:grpChg>
        <pc:grpChg chg="add del mod">
          <ac:chgData name="Abhranil" userId="9c3bab5a-3d97-44f6-bde7-7d357481cb18" providerId="ADAL" clId="{49982B71-3990-4CE6-BEF3-553C489084F0}" dt="2024-05-01T15:53:03.129" v="832" actId="165"/>
          <ac:grpSpMkLst>
            <pc:docMk/>
            <pc:sldMk cId="1556629917" sldId="666"/>
            <ac:grpSpMk id="210" creationId="{8058C790-3A48-4780-8D9A-840EF2A94635}"/>
          </ac:grpSpMkLst>
        </pc:grpChg>
        <pc:grpChg chg="add mod">
          <ac:chgData name="Abhranil" userId="9c3bab5a-3d97-44f6-bde7-7d357481cb18" providerId="ADAL" clId="{49982B71-3990-4CE6-BEF3-553C489084F0}" dt="2024-05-01T16:05:51.683" v="976" actId="1076"/>
          <ac:grpSpMkLst>
            <pc:docMk/>
            <pc:sldMk cId="1556629917" sldId="666"/>
            <ac:grpSpMk id="224" creationId="{7371C491-BC3D-4E86-8211-D3EAEBC2B07B}"/>
          </ac:grpSpMkLst>
        </pc:grpChg>
        <pc:grpChg chg="add del mod">
          <ac:chgData name="Abhranil" userId="9c3bab5a-3d97-44f6-bde7-7d357481cb18" providerId="ADAL" clId="{49982B71-3990-4CE6-BEF3-553C489084F0}" dt="2024-05-01T16:05:08.024" v="966" actId="478"/>
          <ac:grpSpMkLst>
            <pc:docMk/>
            <pc:sldMk cId="1556629917" sldId="666"/>
            <ac:grpSpMk id="226" creationId="{45327D0E-173B-44F8-ADCA-E1D9EAFA6D94}"/>
          </ac:grpSpMkLst>
        </pc:grpChg>
        <pc:grpChg chg="add del mod">
          <ac:chgData name="Abhranil" userId="9c3bab5a-3d97-44f6-bde7-7d357481cb18" providerId="ADAL" clId="{49982B71-3990-4CE6-BEF3-553C489084F0}" dt="2024-05-01T16:06:30.509" v="996" actId="165"/>
          <ac:grpSpMkLst>
            <pc:docMk/>
            <pc:sldMk cId="1556629917" sldId="666"/>
            <ac:grpSpMk id="229" creationId="{9A383BEC-7B08-456D-85AC-3384D97D9EC4}"/>
          </ac:grpSpMkLst>
        </pc:grpChg>
        <pc:cxnChg chg="add mod">
          <ac:chgData name="Abhranil" userId="9c3bab5a-3d97-44f6-bde7-7d357481cb18" providerId="ADAL" clId="{49982B71-3990-4CE6-BEF3-553C489084F0}" dt="2024-05-01T15:38:21.631" v="659" actId="1582"/>
          <ac:cxnSpMkLst>
            <pc:docMk/>
            <pc:sldMk cId="1556629917" sldId="666"/>
            <ac:cxnSpMk id="6" creationId="{AEB5147C-7AAF-4FC4-94AD-01A2F82151A4}"/>
          </ac:cxnSpMkLst>
        </pc:cxnChg>
        <pc:cxnChg chg="add del mod">
          <ac:chgData name="Abhranil" userId="9c3bab5a-3d97-44f6-bde7-7d357481cb18" providerId="ADAL" clId="{49982B71-3990-4CE6-BEF3-553C489084F0}" dt="2024-05-01T15:16:34.483" v="521" actId="478"/>
          <ac:cxnSpMkLst>
            <pc:docMk/>
            <pc:sldMk cId="1556629917" sldId="666"/>
            <ac:cxnSpMk id="7" creationId="{6DA58478-2EE1-4200-8758-D89158E9C283}"/>
          </ac:cxnSpMkLst>
        </pc:cxnChg>
        <pc:cxnChg chg="add mod">
          <ac:chgData name="Abhranil" userId="9c3bab5a-3d97-44f6-bde7-7d357481cb18" providerId="ADAL" clId="{49982B71-3990-4CE6-BEF3-553C489084F0}" dt="2024-05-01T15:31:13.519" v="599" actId="108"/>
          <ac:cxnSpMkLst>
            <pc:docMk/>
            <pc:sldMk cId="1556629917" sldId="666"/>
            <ac:cxnSpMk id="17" creationId="{94D1B6CA-977A-4020-B372-34B873352160}"/>
          </ac:cxnSpMkLst>
        </pc:cxnChg>
        <pc:cxnChg chg="add mod">
          <ac:chgData name="Abhranil" userId="9c3bab5a-3d97-44f6-bde7-7d357481cb18" providerId="ADAL" clId="{49982B71-3990-4CE6-BEF3-553C489084F0}" dt="2024-05-01T15:31:20.834" v="600" actId="108"/>
          <ac:cxnSpMkLst>
            <pc:docMk/>
            <pc:sldMk cId="1556629917" sldId="666"/>
            <ac:cxnSpMk id="18" creationId="{80F6243C-358A-4598-A737-D7A51DB2F565}"/>
          </ac:cxnSpMkLst>
        </pc:cxnChg>
        <pc:cxnChg chg="add mod">
          <ac:chgData name="Abhranil" userId="9c3bab5a-3d97-44f6-bde7-7d357481cb18" providerId="ADAL" clId="{49982B71-3990-4CE6-BEF3-553C489084F0}" dt="2024-05-01T15:31:08.416" v="598" actId="108"/>
          <ac:cxnSpMkLst>
            <pc:docMk/>
            <pc:sldMk cId="1556629917" sldId="666"/>
            <ac:cxnSpMk id="21" creationId="{BE4F949A-7CC8-4A4F-A681-97967C92BFBD}"/>
          </ac:cxnSpMkLst>
        </pc:cxnChg>
        <pc:cxnChg chg="add mod">
          <ac:chgData name="Abhranil" userId="9c3bab5a-3d97-44f6-bde7-7d357481cb18" providerId="ADAL" clId="{49982B71-3990-4CE6-BEF3-553C489084F0}" dt="2024-05-01T15:39:55.990" v="672" actId="1582"/>
          <ac:cxnSpMkLst>
            <pc:docMk/>
            <pc:sldMk cId="1556629917" sldId="666"/>
            <ac:cxnSpMk id="27" creationId="{B330B2FF-75F3-49C7-8A58-4A25CF6F7FF9}"/>
          </ac:cxnSpMkLst>
        </pc:cxnChg>
        <pc:cxnChg chg="add mod ord">
          <ac:chgData name="Abhranil" userId="9c3bab5a-3d97-44f6-bde7-7d357481cb18" providerId="ADAL" clId="{49982B71-3990-4CE6-BEF3-553C489084F0}" dt="2024-05-01T15:38:56.306" v="664" actId="1582"/>
          <ac:cxnSpMkLst>
            <pc:docMk/>
            <pc:sldMk cId="1556629917" sldId="666"/>
            <ac:cxnSpMk id="36" creationId="{C8D7F929-70AD-4FB1-B48A-15CA45CE7717}"/>
          </ac:cxnSpMkLst>
        </pc:cxnChg>
        <pc:cxnChg chg="mod">
          <ac:chgData name="Abhranil" userId="9c3bab5a-3d97-44f6-bde7-7d357481cb18" providerId="ADAL" clId="{49982B71-3990-4CE6-BEF3-553C489084F0}" dt="2024-05-01T15:17:48.505" v="534"/>
          <ac:cxnSpMkLst>
            <pc:docMk/>
            <pc:sldMk cId="1556629917" sldId="666"/>
            <ac:cxnSpMk id="43" creationId="{930BE3AC-7856-41BB-8CBA-433EECE349AA}"/>
          </ac:cxnSpMkLst>
        </pc:cxnChg>
        <pc:cxnChg chg="mod">
          <ac:chgData name="Abhranil" userId="9c3bab5a-3d97-44f6-bde7-7d357481cb18" providerId="ADAL" clId="{49982B71-3990-4CE6-BEF3-553C489084F0}" dt="2024-05-01T15:17:48.505" v="534"/>
          <ac:cxnSpMkLst>
            <pc:docMk/>
            <pc:sldMk cId="1556629917" sldId="666"/>
            <ac:cxnSpMk id="44" creationId="{A66B5549-553B-4B44-B3DD-6E8D50461C9B}"/>
          </ac:cxnSpMkLst>
        </pc:cxnChg>
        <pc:cxnChg chg="mod">
          <ac:chgData name="Abhranil" userId="9c3bab5a-3d97-44f6-bde7-7d357481cb18" providerId="ADAL" clId="{49982B71-3990-4CE6-BEF3-553C489084F0}" dt="2024-05-01T15:17:48.505" v="534"/>
          <ac:cxnSpMkLst>
            <pc:docMk/>
            <pc:sldMk cId="1556629917" sldId="666"/>
            <ac:cxnSpMk id="45" creationId="{24289BCB-AB28-42B6-AFE9-7B7E0899B270}"/>
          </ac:cxnSpMkLst>
        </pc:cxnChg>
        <pc:cxnChg chg="mod">
          <ac:chgData name="Abhranil" userId="9c3bab5a-3d97-44f6-bde7-7d357481cb18" providerId="ADAL" clId="{49982B71-3990-4CE6-BEF3-553C489084F0}" dt="2024-05-01T15:17:48.505" v="534"/>
          <ac:cxnSpMkLst>
            <pc:docMk/>
            <pc:sldMk cId="1556629917" sldId="666"/>
            <ac:cxnSpMk id="46" creationId="{830EB6CC-9EC3-47E8-B6ED-BC8F7BA62620}"/>
          </ac:cxnSpMkLst>
        </pc:cxnChg>
        <pc:cxnChg chg="add del mod">
          <ac:chgData name="Abhranil" userId="9c3bab5a-3d97-44f6-bde7-7d357481cb18" providerId="ADAL" clId="{49982B71-3990-4CE6-BEF3-553C489084F0}" dt="2024-05-01T15:32:40.656" v="609" actId="478"/>
          <ac:cxnSpMkLst>
            <pc:docMk/>
            <pc:sldMk cId="1556629917" sldId="666"/>
            <ac:cxnSpMk id="48" creationId="{BFAC8CAE-EAB5-4B4E-9F7A-A23EE9BCD855}"/>
          </ac:cxnSpMkLst>
        </pc:cxnChg>
        <pc:cxnChg chg="add del mod">
          <ac:chgData name="Abhranil" userId="9c3bab5a-3d97-44f6-bde7-7d357481cb18" providerId="ADAL" clId="{49982B71-3990-4CE6-BEF3-553C489084F0}" dt="2024-05-01T15:32:18.154" v="605" actId="478"/>
          <ac:cxnSpMkLst>
            <pc:docMk/>
            <pc:sldMk cId="1556629917" sldId="666"/>
            <ac:cxnSpMk id="49" creationId="{A6AC4E92-4B81-48A7-B70D-155B50BB8183}"/>
          </ac:cxnSpMkLst>
        </pc:cxnChg>
        <pc:cxnChg chg="add del mod ord">
          <ac:chgData name="Abhranil" userId="9c3bab5a-3d97-44f6-bde7-7d357481cb18" providerId="ADAL" clId="{49982B71-3990-4CE6-BEF3-553C489084F0}" dt="2024-05-01T15:33:11.875" v="615" actId="478"/>
          <ac:cxnSpMkLst>
            <pc:docMk/>
            <pc:sldMk cId="1556629917" sldId="666"/>
            <ac:cxnSpMk id="57" creationId="{ADB30040-6E8B-4DF3-8102-BA33524A7397}"/>
          </ac:cxnSpMkLst>
        </pc:cxnChg>
        <pc:cxnChg chg="mod">
          <ac:chgData name="Abhranil" userId="9c3bab5a-3d97-44f6-bde7-7d357481cb18" providerId="ADAL" clId="{49982B71-3990-4CE6-BEF3-553C489084F0}" dt="2024-05-01T15:18:53.548" v="543"/>
          <ac:cxnSpMkLst>
            <pc:docMk/>
            <pc:sldMk cId="1556629917" sldId="666"/>
            <ac:cxnSpMk id="62" creationId="{245B2131-2835-4608-BD1F-E163E2118528}"/>
          </ac:cxnSpMkLst>
        </pc:cxnChg>
        <pc:cxnChg chg="mod">
          <ac:chgData name="Abhranil" userId="9c3bab5a-3d97-44f6-bde7-7d357481cb18" providerId="ADAL" clId="{49982B71-3990-4CE6-BEF3-553C489084F0}" dt="2024-05-01T15:18:53.548" v="543"/>
          <ac:cxnSpMkLst>
            <pc:docMk/>
            <pc:sldMk cId="1556629917" sldId="666"/>
            <ac:cxnSpMk id="63" creationId="{E7C0DD85-9BDB-4F41-B8C8-F5964EEDB816}"/>
          </ac:cxnSpMkLst>
        </pc:cxnChg>
        <pc:cxnChg chg="mod">
          <ac:chgData name="Abhranil" userId="9c3bab5a-3d97-44f6-bde7-7d357481cb18" providerId="ADAL" clId="{49982B71-3990-4CE6-BEF3-553C489084F0}" dt="2024-05-01T15:18:53.548" v="543"/>
          <ac:cxnSpMkLst>
            <pc:docMk/>
            <pc:sldMk cId="1556629917" sldId="666"/>
            <ac:cxnSpMk id="64" creationId="{F9048C5C-12EC-4FF0-AFA8-B0A33E4E10D9}"/>
          </ac:cxnSpMkLst>
        </pc:cxnChg>
        <pc:cxnChg chg="mod">
          <ac:chgData name="Abhranil" userId="9c3bab5a-3d97-44f6-bde7-7d357481cb18" providerId="ADAL" clId="{49982B71-3990-4CE6-BEF3-553C489084F0}" dt="2024-05-01T15:18:53.548" v="543"/>
          <ac:cxnSpMkLst>
            <pc:docMk/>
            <pc:sldMk cId="1556629917" sldId="666"/>
            <ac:cxnSpMk id="65" creationId="{4107196F-2235-43F4-BAD6-44BD2F30DCD3}"/>
          </ac:cxnSpMkLst>
        </pc:cxnChg>
        <pc:cxnChg chg="add del mod">
          <ac:chgData name="Abhranil" userId="9c3bab5a-3d97-44f6-bde7-7d357481cb18" providerId="ADAL" clId="{49982B71-3990-4CE6-BEF3-553C489084F0}" dt="2024-05-01T15:25:18.545" v="556" actId="478"/>
          <ac:cxnSpMkLst>
            <pc:docMk/>
            <pc:sldMk cId="1556629917" sldId="666"/>
            <ac:cxnSpMk id="67" creationId="{9EDC1148-1DA6-43F5-8214-E55C483EC623}"/>
          </ac:cxnSpMkLst>
        </pc:cxnChg>
        <pc:cxnChg chg="add del mod">
          <ac:chgData name="Abhranil" userId="9c3bab5a-3d97-44f6-bde7-7d357481cb18" providerId="ADAL" clId="{49982B71-3990-4CE6-BEF3-553C489084F0}" dt="2024-05-01T15:28:00.443" v="581" actId="478"/>
          <ac:cxnSpMkLst>
            <pc:docMk/>
            <pc:sldMk cId="1556629917" sldId="666"/>
            <ac:cxnSpMk id="68" creationId="{312B3309-2228-4723-8256-6A8DB259EDAA}"/>
          </ac:cxnSpMkLst>
        </pc:cxnChg>
        <pc:cxnChg chg="add del mod">
          <ac:chgData name="Abhranil" userId="9c3bab5a-3d97-44f6-bde7-7d357481cb18" providerId="ADAL" clId="{49982B71-3990-4CE6-BEF3-553C489084F0}" dt="2024-05-01T15:28:02.138" v="582" actId="478"/>
          <ac:cxnSpMkLst>
            <pc:docMk/>
            <pc:sldMk cId="1556629917" sldId="666"/>
            <ac:cxnSpMk id="69" creationId="{BF989449-A0E8-4F12-B245-BBDECC9A5EA1}"/>
          </ac:cxnSpMkLst>
        </pc:cxnChg>
        <pc:cxnChg chg="add del mod ord">
          <ac:chgData name="Abhranil" userId="9c3bab5a-3d97-44f6-bde7-7d357481cb18" providerId="ADAL" clId="{49982B71-3990-4CE6-BEF3-553C489084F0}" dt="2024-05-01T15:33:13.555" v="616" actId="478"/>
          <ac:cxnSpMkLst>
            <pc:docMk/>
            <pc:sldMk cId="1556629917" sldId="666"/>
            <ac:cxnSpMk id="75" creationId="{19952C73-3DAE-40E0-B51F-041A5A5E82AF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77" creationId="{42243DFD-CB6E-421F-B0A1-781ABC55E090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78" creationId="{15FAA579-C781-432A-8618-5B4F4E151771}"/>
          </ac:cxnSpMkLst>
        </pc:cxnChg>
        <pc:cxnChg chg="mod">
          <ac:chgData name="Abhranil" userId="9c3bab5a-3d97-44f6-bde7-7d357481cb18" providerId="ADAL" clId="{49982B71-3990-4CE6-BEF3-553C489084F0}" dt="2024-05-01T15:28:36.889" v="587"/>
          <ac:cxnSpMkLst>
            <pc:docMk/>
            <pc:sldMk cId="1556629917" sldId="666"/>
            <ac:cxnSpMk id="82" creationId="{FF0A940D-D651-4B41-9D9A-31F3DC3EA0EA}"/>
          </ac:cxnSpMkLst>
        </pc:cxnChg>
        <pc:cxnChg chg="mod">
          <ac:chgData name="Abhranil" userId="9c3bab5a-3d97-44f6-bde7-7d357481cb18" providerId="ADAL" clId="{49982B71-3990-4CE6-BEF3-553C489084F0}" dt="2024-05-01T15:28:36.889" v="587"/>
          <ac:cxnSpMkLst>
            <pc:docMk/>
            <pc:sldMk cId="1556629917" sldId="666"/>
            <ac:cxnSpMk id="83" creationId="{7E1C9726-57DF-47FC-A81B-1EAC3A10D480}"/>
          </ac:cxnSpMkLst>
        </pc:cxnChg>
        <pc:cxnChg chg="mod">
          <ac:chgData name="Abhranil" userId="9c3bab5a-3d97-44f6-bde7-7d357481cb18" providerId="ADAL" clId="{49982B71-3990-4CE6-BEF3-553C489084F0}" dt="2024-05-01T15:28:36.889" v="587"/>
          <ac:cxnSpMkLst>
            <pc:docMk/>
            <pc:sldMk cId="1556629917" sldId="666"/>
            <ac:cxnSpMk id="84" creationId="{CCD79857-5A4F-42B7-88DE-5172A322E805}"/>
          </ac:cxnSpMkLst>
        </pc:cxnChg>
        <pc:cxnChg chg="mod">
          <ac:chgData name="Abhranil" userId="9c3bab5a-3d97-44f6-bde7-7d357481cb18" providerId="ADAL" clId="{49982B71-3990-4CE6-BEF3-553C489084F0}" dt="2024-05-01T15:28:36.889" v="587"/>
          <ac:cxnSpMkLst>
            <pc:docMk/>
            <pc:sldMk cId="1556629917" sldId="666"/>
            <ac:cxnSpMk id="85" creationId="{A0ACE31C-20E6-4B73-AC03-D58FAEC6732D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86" creationId="{D4A28AF4-D37E-4B1A-BDF4-6720574BFEC7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87" creationId="{E54831E6-BEB4-4D5B-928D-33BEEFDF4232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89" creationId="{D385D6D3-2D3B-4C9B-8C45-4A42A5F111E7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90" creationId="{52D5B3C2-FE3E-4C2B-9E0F-7C6F658200B9}"/>
          </ac:cxnSpMkLst>
        </pc:cxnChg>
        <pc:cxnChg chg="mod">
          <ac:chgData name="Abhranil" userId="9c3bab5a-3d97-44f6-bde7-7d357481cb18" providerId="ADAL" clId="{49982B71-3990-4CE6-BEF3-553C489084F0}" dt="2024-05-01T15:29:14.319" v="591"/>
          <ac:cxnSpMkLst>
            <pc:docMk/>
            <pc:sldMk cId="1556629917" sldId="666"/>
            <ac:cxnSpMk id="94" creationId="{8963DFFC-2584-4A71-8F89-ABAA7F56C2E4}"/>
          </ac:cxnSpMkLst>
        </pc:cxnChg>
        <pc:cxnChg chg="mod">
          <ac:chgData name="Abhranil" userId="9c3bab5a-3d97-44f6-bde7-7d357481cb18" providerId="ADAL" clId="{49982B71-3990-4CE6-BEF3-553C489084F0}" dt="2024-05-01T15:29:14.319" v="591"/>
          <ac:cxnSpMkLst>
            <pc:docMk/>
            <pc:sldMk cId="1556629917" sldId="666"/>
            <ac:cxnSpMk id="95" creationId="{40B0BD94-2708-42A8-9143-C3919CA7C0D7}"/>
          </ac:cxnSpMkLst>
        </pc:cxnChg>
        <pc:cxnChg chg="mod">
          <ac:chgData name="Abhranil" userId="9c3bab5a-3d97-44f6-bde7-7d357481cb18" providerId="ADAL" clId="{49982B71-3990-4CE6-BEF3-553C489084F0}" dt="2024-05-01T15:29:14.319" v="591"/>
          <ac:cxnSpMkLst>
            <pc:docMk/>
            <pc:sldMk cId="1556629917" sldId="666"/>
            <ac:cxnSpMk id="96" creationId="{115F53D5-6F8C-4C89-9D56-537A712424CB}"/>
          </ac:cxnSpMkLst>
        </pc:cxnChg>
        <pc:cxnChg chg="mod">
          <ac:chgData name="Abhranil" userId="9c3bab5a-3d97-44f6-bde7-7d357481cb18" providerId="ADAL" clId="{49982B71-3990-4CE6-BEF3-553C489084F0}" dt="2024-05-01T15:29:14.319" v="591"/>
          <ac:cxnSpMkLst>
            <pc:docMk/>
            <pc:sldMk cId="1556629917" sldId="666"/>
            <ac:cxnSpMk id="97" creationId="{BA6F29CA-2C23-4CBC-9846-D30641A7D37A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98" creationId="{84210356-6453-4BFD-A3D2-CD8A7B5B0641}"/>
          </ac:cxnSpMkLst>
        </pc:cxnChg>
        <pc:cxnChg chg="add del mod">
          <ac:chgData name="Abhranil" userId="9c3bab5a-3d97-44f6-bde7-7d357481cb18" providerId="ADAL" clId="{49982B71-3990-4CE6-BEF3-553C489084F0}" dt="2024-05-01T15:33:06.424" v="613" actId="478"/>
          <ac:cxnSpMkLst>
            <pc:docMk/>
            <pc:sldMk cId="1556629917" sldId="666"/>
            <ac:cxnSpMk id="99" creationId="{5943CB4E-33EB-4CE8-92DF-DDCB70803D3A}"/>
          </ac:cxnSpMkLst>
        </pc:cxnChg>
        <pc:cxnChg chg="add mod">
          <ac:chgData name="Abhranil" userId="9c3bab5a-3d97-44f6-bde7-7d357481cb18" providerId="ADAL" clId="{49982B71-3990-4CE6-BEF3-553C489084F0}" dt="2024-05-01T15:38:59.540" v="665" actId="108"/>
          <ac:cxnSpMkLst>
            <pc:docMk/>
            <pc:sldMk cId="1556629917" sldId="666"/>
            <ac:cxnSpMk id="102" creationId="{350DF9C2-6786-41FC-9C4D-1D00016D47C3}"/>
          </ac:cxnSpMkLst>
        </pc:cxnChg>
        <pc:cxnChg chg="add mod">
          <ac:chgData name="Abhranil" userId="9c3bab5a-3d97-44f6-bde7-7d357481cb18" providerId="ADAL" clId="{49982B71-3990-4CE6-BEF3-553C489084F0}" dt="2024-05-01T15:38:38.278" v="660" actId="108"/>
          <ac:cxnSpMkLst>
            <pc:docMk/>
            <pc:sldMk cId="1556629917" sldId="666"/>
            <ac:cxnSpMk id="103" creationId="{2522B38A-6A61-4B3A-8014-C7022F0FB02C}"/>
          </ac:cxnSpMkLst>
        </pc:cxnChg>
        <pc:cxnChg chg="add del mod">
          <ac:chgData name="Abhranil" userId="9c3bab5a-3d97-44f6-bde7-7d357481cb18" providerId="ADAL" clId="{49982B71-3990-4CE6-BEF3-553C489084F0}" dt="2024-05-01T15:34:17.104" v="626" actId="478"/>
          <ac:cxnSpMkLst>
            <pc:docMk/>
            <pc:sldMk cId="1556629917" sldId="666"/>
            <ac:cxnSpMk id="104" creationId="{833063A0-EAB7-44EB-BA44-329E4651A266}"/>
          </ac:cxnSpMkLst>
        </pc:cxnChg>
        <pc:cxnChg chg="add mod ord">
          <ac:chgData name="Abhranil" userId="9c3bab5a-3d97-44f6-bde7-7d357481cb18" providerId="ADAL" clId="{49982B71-3990-4CE6-BEF3-553C489084F0}" dt="2024-05-01T15:38:40.515" v="661" actId="108"/>
          <ac:cxnSpMkLst>
            <pc:docMk/>
            <pc:sldMk cId="1556629917" sldId="666"/>
            <ac:cxnSpMk id="106" creationId="{26B9A91D-AF58-44B7-BD38-0C1AEA530B46}"/>
          </ac:cxnSpMkLst>
        </pc:cxnChg>
        <pc:cxnChg chg="add del mod">
          <ac:chgData name="Abhranil" userId="9c3bab5a-3d97-44f6-bde7-7d357481cb18" providerId="ADAL" clId="{49982B71-3990-4CE6-BEF3-553C489084F0}" dt="2024-05-01T15:37:23.595" v="654" actId="478"/>
          <ac:cxnSpMkLst>
            <pc:docMk/>
            <pc:sldMk cId="1556629917" sldId="666"/>
            <ac:cxnSpMk id="107" creationId="{7E1080DB-C2BC-447C-90A6-72AD463F1043}"/>
          </ac:cxnSpMkLst>
        </pc:cxnChg>
        <pc:cxnChg chg="mod">
          <ac:chgData name="Abhranil" userId="9c3bab5a-3d97-44f6-bde7-7d357481cb18" providerId="ADAL" clId="{49982B71-3990-4CE6-BEF3-553C489084F0}" dt="2024-05-01T15:33:41.067" v="617"/>
          <ac:cxnSpMkLst>
            <pc:docMk/>
            <pc:sldMk cId="1556629917" sldId="666"/>
            <ac:cxnSpMk id="111" creationId="{589B6081-D740-4883-98E8-09CEAA4B02B9}"/>
          </ac:cxnSpMkLst>
        </pc:cxnChg>
        <pc:cxnChg chg="mod">
          <ac:chgData name="Abhranil" userId="9c3bab5a-3d97-44f6-bde7-7d357481cb18" providerId="ADAL" clId="{49982B71-3990-4CE6-BEF3-553C489084F0}" dt="2024-05-01T15:33:41.067" v="617"/>
          <ac:cxnSpMkLst>
            <pc:docMk/>
            <pc:sldMk cId="1556629917" sldId="666"/>
            <ac:cxnSpMk id="112" creationId="{0C906A7E-A9F4-4FA4-98E1-33F8D7819DC3}"/>
          </ac:cxnSpMkLst>
        </pc:cxnChg>
        <pc:cxnChg chg="mod">
          <ac:chgData name="Abhranil" userId="9c3bab5a-3d97-44f6-bde7-7d357481cb18" providerId="ADAL" clId="{49982B71-3990-4CE6-BEF3-553C489084F0}" dt="2024-05-01T15:33:41.067" v="617"/>
          <ac:cxnSpMkLst>
            <pc:docMk/>
            <pc:sldMk cId="1556629917" sldId="666"/>
            <ac:cxnSpMk id="113" creationId="{B3B3E545-3181-475C-9B50-2BD06BD6953B}"/>
          </ac:cxnSpMkLst>
        </pc:cxnChg>
        <pc:cxnChg chg="mod">
          <ac:chgData name="Abhranil" userId="9c3bab5a-3d97-44f6-bde7-7d357481cb18" providerId="ADAL" clId="{49982B71-3990-4CE6-BEF3-553C489084F0}" dt="2024-05-01T15:33:41.067" v="617"/>
          <ac:cxnSpMkLst>
            <pc:docMk/>
            <pc:sldMk cId="1556629917" sldId="666"/>
            <ac:cxnSpMk id="114" creationId="{E5C61CDE-4DCF-445E-AF99-15D03763C12A}"/>
          </ac:cxnSpMkLst>
        </pc:cxnChg>
        <pc:cxnChg chg="add del mod">
          <ac:chgData name="Abhranil" userId="9c3bab5a-3d97-44f6-bde7-7d357481cb18" providerId="ADAL" clId="{49982B71-3990-4CE6-BEF3-553C489084F0}" dt="2024-05-01T15:37:23.595" v="654" actId="478"/>
          <ac:cxnSpMkLst>
            <pc:docMk/>
            <pc:sldMk cId="1556629917" sldId="666"/>
            <ac:cxnSpMk id="115" creationId="{D24495C2-3D58-4EFE-86E0-6762AD35300B}"/>
          </ac:cxnSpMkLst>
        </pc:cxnChg>
        <pc:cxnChg chg="add mod ord">
          <ac:chgData name="Abhranil" userId="9c3bab5a-3d97-44f6-bde7-7d357481cb18" providerId="ADAL" clId="{49982B71-3990-4CE6-BEF3-553C489084F0}" dt="2024-05-01T15:39:01.313" v="666" actId="108"/>
          <ac:cxnSpMkLst>
            <pc:docMk/>
            <pc:sldMk cId="1556629917" sldId="666"/>
            <ac:cxnSpMk id="122" creationId="{83E936FC-2D6C-49B0-B72F-880B2A880C03}"/>
          </ac:cxnSpMkLst>
        </pc:cxnChg>
        <pc:cxnChg chg="add del mod">
          <ac:chgData name="Abhranil" userId="9c3bab5a-3d97-44f6-bde7-7d357481cb18" providerId="ADAL" clId="{49982B71-3990-4CE6-BEF3-553C489084F0}" dt="2024-05-01T15:37:23.595" v="654" actId="478"/>
          <ac:cxnSpMkLst>
            <pc:docMk/>
            <pc:sldMk cId="1556629917" sldId="666"/>
            <ac:cxnSpMk id="124" creationId="{5E33CA4F-F840-496D-ABF0-A1C70A17D65C}"/>
          </ac:cxnSpMkLst>
        </pc:cxnChg>
        <pc:cxnChg chg="add del mod">
          <ac:chgData name="Abhranil" userId="9c3bab5a-3d97-44f6-bde7-7d357481cb18" providerId="ADAL" clId="{49982B71-3990-4CE6-BEF3-553C489084F0}" dt="2024-05-01T15:37:23.595" v="654" actId="478"/>
          <ac:cxnSpMkLst>
            <pc:docMk/>
            <pc:sldMk cId="1556629917" sldId="666"/>
            <ac:cxnSpMk id="125" creationId="{44178E94-7CD7-4981-A5A5-A3EBED5CDAE2}"/>
          </ac:cxnSpMkLst>
        </pc:cxnChg>
        <pc:cxnChg chg="mod">
          <ac:chgData name="Abhranil" userId="9c3bab5a-3d97-44f6-bde7-7d357481cb18" providerId="ADAL" clId="{49982B71-3990-4CE6-BEF3-553C489084F0}" dt="2024-05-01T15:35:03.046" v="633"/>
          <ac:cxnSpMkLst>
            <pc:docMk/>
            <pc:sldMk cId="1556629917" sldId="666"/>
            <ac:cxnSpMk id="129" creationId="{D8ABB456-4FBA-4F6B-B6B3-27A0C1324ABC}"/>
          </ac:cxnSpMkLst>
        </pc:cxnChg>
        <pc:cxnChg chg="mod">
          <ac:chgData name="Abhranil" userId="9c3bab5a-3d97-44f6-bde7-7d357481cb18" providerId="ADAL" clId="{49982B71-3990-4CE6-BEF3-553C489084F0}" dt="2024-05-01T15:35:03.046" v="633"/>
          <ac:cxnSpMkLst>
            <pc:docMk/>
            <pc:sldMk cId="1556629917" sldId="666"/>
            <ac:cxnSpMk id="130" creationId="{E600B7E7-F96C-4F56-A7D6-A7C22A92A5AF}"/>
          </ac:cxnSpMkLst>
        </pc:cxnChg>
        <pc:cxnChg chg="mod">
          <ac:chgData name="Abhranil" userId="9c3bab5a-3d97-44f6-bde7-7d357481cb18" providerId="ADAL" clId="{49982B71-3990-4CE6-BEF3-553C489084F0}" dt="2024-05-01T15:35:03.046" v="633"/>
          <ac:cxnSpMkLst>
            <pc:docMk/>
            <pc:sldMk cId="1556629917" sldId="666"/>
            <ac:cxnSpMk id="131" creationId="{20B9CAF9-B5D3-48E4-B6A8-E53596793E6F}"/>
          </ac:cxnSpMkLst>
        </pc:cxnChg>
        <pc:cxnChg chg="mod">
          <ac:chgData name="Abhranil" userId="9c3bab5a-3d97-44f6-bde7-7d357481cb18" providerId="ADAL" clId="{49982B71-3990-4CE6-BEF3-553C489084F0}" dt="2024-05-01T15:35:03.046" v="633"/>
          <ac:cxnSpMkLst>
            <pc:docMk/>
            <pc:sldMk cId="1556629917" sldId="666"/>
            <ac:cxnSpMk id="132" creationId="{12168266-ABB5-48F6-A6A1-6EAFB6575726}"/>
          </ac:cxnSpMkLst>
        </pc:cxnChg>
        <pc:cxnChg chg="add del mod">
          <ac:chgData name="Abhranil" userId="9c3bab5a-3d97-44f6-bde7-7d357481cb18" providerId="ADAL" clId="{49982B71-3990-4CE6-BEF3-553C489084F0}" dt="2024-05-01T15:37:23.595" v="654" actId="478"/>
          <ac:cxnSpMkLst>
            <pc:docMk/>
            <pc:sldMk cId="1556629917" sldId="666"/>
            <ac:cxnSpMk id="133" creationId="{3816521D-A590-4DF3-BF54-E88E8C0D3034}"/>
          </ac:cxnSpMkLst>
        </pc:cxnChg>
        <pc:cxnChg chg="add del mod">
          <ac:chgData name="Abhranil" userId="9c3bab5a-3d97-44f6-bde7-7d357481cb18" providerId="ADAL" clId="{49982B71-3990-4CE6-BEF3-553C489084F0}" dt="2024-05-01T15:37:23.595" v="654" actId="478"/>
          <ac:cxnSpMkLst>
            <pc:docMk/>
            <pc:sldMk cId="1556629917" sldId="666"/>
            <ac:cxnSpMk id="134" creationId="{34986D55-D889-456D-A6F5-4EB5BFD1E8EB}"/>
          </ac:cxnSpMkLst>
        </pc:cxnChg>
        <pc:cxnChg chg="add del mod">
          <ac:chgData name="Abhranil" userId="9c3bab5a-3d97-44f6-bde7-7d357481cb18" providerId="ADAL" clId="{49982B71-3990-4CE6-BEF3-553C489084F0}" dt="2024-05-01T15:37:06.223" v="653"/>
          <ac:cxnSpMkLst>
            <pc:docMk/>
            <pc:sldMk cId="1556629917" sldId="666"/>
            <ac:cxnSpMk id="135" creationId="{CCB74481-A51B-45B9-9C1A-15664BDA5A97}"/>
          </ac:cxnSpMkLst>
        </pc:cxnChg>
        <pc:cxnChg chg="add mod">
          <ac:chgData name="Abhranil" userId="9c3bab5a-3d97-44f6-bde7-7d357481cb18" providerId="ADAL" clId="{49982B71-3990-4CE6-BEF3-553C489084F0}" dt="2024-05-01T15:39:03.450" v="667" actId="108"/>
          <ac:cxnSpMkLst>
            <pc:docMk/>
            <pc:sldMk cId="1556629917" sldId="666"/>
            <ac:cxnSpMk id="137" creationId="{F0A2773C-D20C-4AC4-80EA-19470D7DACA4}"/>
          </ac:cxnSpMkLst>
        </pc:cxnChg>
        <pc:cxnChg chg="add mod">
          <ac:chgData name="Abhranil" userId="9c3bab5a-3d97-44f6-bde7-7d357481cb18" providerId="ADAL" clId="{49982B71-3990-4CE6-BEF3-553C489084F0}" dt="2024-05-01T15:38:42.580" v="662" actId="108"/>
          <ac:cxnSpMkLst>
            <pc:docMk/>
            <pc:sldMk cId="1556629917" sldId="666"/>
            <ac:cxnSpMk id="138" creationId="{B4C6495D-51B7-4A89-90CE-45EC3AB78AEE}"/>
          </ac:cxnSpMkLst>
        </pc:cxnChg>
        <pc:cxnChg chg="mod">
          <ac:chgData name="Abhranil" userId="9c3bab5a-3d97-44f6-bde7-7d357481cb18" providerId="ADAL" clId="{49982B71-3990-4CE6-BEF3-553C489084F0}" dt="2024-05-01T15:37:47.290" v="657"/>
          <ac:cxnSpMkLst>
            <pc:docMk/>
            <pc:sldMk cId="1556629917" sldId="666"/>
            <ac:cxnSpMk id="142" creationId="{1C39CC62-28F3-4B4E-ADCD-EB7F9BF014AE}"/>
          </ac:cxnSpMkLst>
        </pc:cxnChg>
        <pc:cxnChg chg="mod">
          <ac:chgData name="Abhranil" userId="9c3bab5a-3d97-44f6-bde7-7d357481cb18" providerId="ADAL" clId="{49982B71-3990-4CE6-BEF3-553C489084F0}" dt="2024-05-01T15:37:47.290" v="657"/>
          <ac:cxnSpMkLst>
            <pc:docMk/>
            <pc:sldMk cId="1556629917" sldId="666"/>
            <ac:cxnSpMk id="143" creationId="{29C27CC9-2862-4971-A634-4A9EAC6F2376}"/>
          </ac:cxnSpMkLst>
        </pc:cxnChg>
        <pc:cxnChg chg="mod">
          <ac:chgData name="Abhranil" userId="9c3bab5a-3d97-44f6-bde7-7d357481cb18" providerId="ADAL" clId="{49982B71-3990-4CE6-BEF3-553C489084F0}" dt="2024-05-01T15:37:47.290" v="657"/>
          <ac:cxnSpMkLst>
            <pc:docMk/>
            <pc:sldMk cId="1556629917" sldId="666"/>
            <ac:cxnSpMk id="144" creationId="{833CE98D-5BCA-489E-B5F8-153EB8047EF5}"/>
          </ac:cxnSpMkLst>
        </pc:cxnChg>
        <pc:cxnChg chg="mod">
          <ac:chgData name="Abhranil" userId="9c3bab5a-3d97-44f6-bde7-7d357481cb18" providerId="ADAL" clId="{49982B71-3990-4CE6-BEF3-553C489084F0}" dt="2024-05-01T15:37:47.290" v="657"/>
          <ac:cxnSpMkLst>
            <pc:docMk/>
            <pc:sldMk cId="1556629917" sldId="666"/>
            <ac:cxnSpMk id="145" creationId="{668483E8-743F-46F2-AB25-ED2EE8F8147A}"/>
          </ac:cxnSpMkLst>
        </pc:cxnChg>
        <pc:cxnChg chg="add mod">
          <ac:chgData name="Abhranil" userId="9c3bab5a-3d97-44f6-bde7-7d357481cb18" providerId="ADAL" clId="{49982B71-3990-4CE6-BEF3-553C489084F0}" dt="2024-05-01T15:38:44.323" v="663" actId="108"/>
          <ac:cxnSpMkLst>
            <pc:docMk/>
            <pc:sldMk cId="1556629917" sldId="666"/>
            <ac:cxnSpMk id="146" creationId="{649E25DB-2458-4CAC-AB8A-4DF24012C797}"/>
          </ac:cxnSpMkLst>
        </pc:cxnChg>
        <pc:cxnChg chg="add mod">
          <ac:chgData name="Abhranil" userId="9c3bab5a-3d97-44f6-bde7-7d357481cb18" providerId="ADAL" clId="{49982B71-3990-4CE6-BEF3-553C489084F0}" dt="2024-05-01T15:39:05.366" v="668" actId="108"/>
          <ac:cxnSpMkLst>
            <pc:docMk/>
            <pc:sldMk cId="1556629917" sldId="666"/>
            <ac:cxnSpMk id="147" creationId="{9BD4FDD7-E71D-4B31-A007-D5B299CD3B0A}"/>
          </ac:cxnSpMkLst>
        </pc:cxnChg>
        <pc:cxnChg chg="add del mod">
          <ac:chgData name="Abhranil" userId="9c3bab5a-3d97-44f6-bde7-7d357481cb18" providerId="ADAL" clId="{49982B71-3990-4CE6-BEF3-553C489084F0}" dt="2024-05-01T15:40:22.673" v="675" actId="478"/>
          <ac:cxnSpMkLst>
            <pc:docMk/>
            <pc:sldMk cId="1556629917" sldId="666"/>
            <ac:cxnSpMk id="148" creationId="{3105FCCF-C03C-44E7-A792-E9966C7691FE}"/>
          </ac:cxnSpMkLst>
        </pc:cxnChg>
        <pc:cxnChg chg="add del mod">
          <ac:chgData name="Abhranil" userId="9c3bab5a-3d97-44f6-bde7-7d357481cb18" providerId="ADAL" clId="{49982B71-3990-4CE6-BEF3-553C489084F0}" dt="2024-05-01T15:40:22.673" v="675" actId="478"/>
          <ac:cxnSpMkLst>
            <pc:docMk/>
            <pc:sldMk cId="1556629917" sldId="666"/>
            <ac:cxnSpMk id="149" creationId="{7857099A-83DD-49D0-BF20-DA161ACBA492}"/>
          </ac:cxnSpMkLst>
        </pc:cxnChg>
        <pc:cxnChg chg="add mod">
          <ac:chgData name="Abhranil" userId="9c3bab5a-3d97-44f6-bde7-7d357481cb18" providerId="ADAL" clId="{49982B71-3990-4CE6-BEF3-553C489084F0}" dt="2024-05-01T15:40:33.262" v="676" actId="1076"/>
          <ac:cxnSpMkLst>
            <pc:docMk/>
            <pc:sldMk cId="1556629917" sldId="666"/>
            <ac:cxnSpMk id="151" creationId="{E547FC86-4AEA-4BED-9AF8-2CF8E8B63E44}"/>
          </ac:cxnSpMkLst>
        </pc:cxnChg>
        <pc:cxnChg chg="add mod">
          <ac:chgData name="Abhranil" userId="9c3bab5a-3d97-44f6-bde7-7d357481cb18" providerId="ADAL" clId="{49982B71-3990-4CE6-BEF3-553C489084F0}" dt="2024-05-01T15:40:33.262" v="676" actId="1076"/>
          <ac:cxnSpMkLst>
            <pc:docMk/>
            <pc:sldMk cId="1556629917" sldId="666"/>
            <ac:cxnSpMk id="152" creationId="{845DB7FC-3777-4FD5-9F8C-326D5216090D}"/>
          </ac:cxnSpMkLst>
        </pc:cxnChg>
        <pc:cxnChg chg="mod">
          <ac:chgData name="Abhranil" userId="9c3bab5a-3d97-44f6-bde7-7d357481cb18" providerId="ADAL" clId="{49982B71-3990-4CE6-BEF3-553C489084F0}" dt="2024-05-01T15:40:15.289" v="673"/>
          <ac:cxnSpMkLst>
            <pc:docMk/>
            <pc:sldMk cId="1556629917" sldId="666"/>
            <ac:cxnSpMk id="156" creationId="{B700AC9E-3D00-47C8-9F9C-195B0D258ED2}"/>
          </ac:cxnSpMkLst>
        </pc:cxnChg>
        <pc:cxnChg chg="mod">
          <ac:chgData name="Abhranil" userId="9c3bab5a-3d97-44f6-bde7-7d357481cb18" providerId="ADAL" clId="{49982B71-3990-4CE6-BEF3-553C489084F0}" dt="2024-05-01T15:40:15.289" v="673"/>
          <ac:cxnSpMkLst>
            <pc:docMk/>
            <pc:sldMk cId="1556629917" sldId="666"/>
            <ac:cxnSpMk id="157" creationId="{DF3EFA23-BECC-45FB-93F2-3279AD13BFE8}"/>
          </ac:cxnSpMkLst>
        </pc:cxnChg>
        <pc:cxnChg chg="mod">
          <ac:chgData name="Abhranil" userId="9c3bab5a-3d97-44f6-bde7-7d357481cb18" providerId="ADAL" clId="{49982B71-3990-4CE6-BEF3-553C489084F0}" dt="2024-05-01T15:40:15.289" v="673"/>
          <ac:cxnSpMkLst>
            <pc:docMk/>
            <pc:sldMk cId="1556629917" sldId="666"/>
            <ac:cxnSpMk id="158" creationId="{6F323F14-AF39-4DBC-9D8F-6A7801019A3C}"/>
          </ac:cxnSpMkLst>
        </pc:cxnChg>
        <pc:cxnChg chg="mod">
          <ac:chgData name="Abhranil" userId="9c3bab5a-3d97-44f6-bde7-7d357481cb18" providerId="ADAL" clId="{49982B71-3990-4CE6-BEF3-553C489084F0}" dt="2024-05-01T15:40:15.289" v="673"/>
          <ac:cxnSpMkLst>
            <pc:docMk/>
            <pc:sldMk cId="1556629917" sldId="666"/>
            <ac:cxnSpMk id="159" creationId="{958190E5-6D8A-44A1-A04A-D5A2E6418A28}"/>
          </ac:cxnSpMkLst>
        </pc:cxnChg>
        <pc:cxnChg chg="add mod">
          <ac:chgData name="Abhranil" userId="9c3bab5a-3d97-44f6-bde7-7d357481cb18" providerId="ADAL" clId="{49982B71-3990-4CE6-BEF3-553C489084F0}" dt="2024-05-01T15:40:33.262" v="676" actId="1076"/>
          <ac:cxnSpMkLst>
            <pc:docMk/>
            <pc:sldMk cId="1556629917" sldId="666"/>
            <ac:cxnSpMk id="160" creationId="{045BEC4D-3770-4778-AFE6-DC1D1AE39425}"/>
          </ac:cxnSpMkLst>
        </pc:cxnChg>
        <pc:cxnChg chg="add mod">
          <ac:chgData name="Abhranil" userId="9c3bab5a-3d97-44f6-bde7-7d357481cb18" providerId="ADAL" clId="{49982B71-3990-4CE6-BEF3-553C489084F0}" dt="2024-05-01T15:40:33.262" v="676" actId="1076"/>
          <ac:cxnSpMkLst>
            <pc:docMk/>
            <pc:sldMk cId="1556629917" sldId="666"/>
            <ac:cxnSpMk id="161" creationId="{E118EFE9-D58B-4308-9E69-F9B78D4C5191}"/>
          </ac:cxnSpMkLst>
        </pc:cxnChg>
        <pc:cxnChg chg="add del mod">
          <ac:chgData name="Abhranil" userId="9c3bab5a-3d97-44f6-bde7-7d357481cb18" providerId="ADAL" clId="{49982B71-3990-4CE6-BEF3-553C489084F0}" dt="2024-05-01T15:40:54.144" v="679" actId="478"/>
          <ac:cxnSpMkLst>
            <pc:docMk/>
            <pc:sldMk cId="1556629917" sldId="666"/>
            <ac:cxnSpMk id="162" creationId="{3A2A31E7-9427-4F2F-82E0-26A357719240}"/>
          </ac:cxnSpMkLst>
        </pc:cxnChg>
        <pc:cxnChg chg="add del mod">
          <ac:chgData name="Abhranil" userId="9c3bab5a-3d97-44f6-bde7-7d357481cb18" providerId="ADAL" clId="{49982B71-3990-4CE6-BEF3-553C489084F0}" dt="2024-05-01T15:40:54.144" v="679" actId="478"/>
          <ac:cxnSpMkLst>
            <pc:docMk/>
            <pc:sldMk cId="1556629917" sldId="666"/>
            <ac:cxnSpMk id="163" creationId="{2940F7E5-6B5C-4020-A438-2722A7CF4463}"/>
          </ac:cxnSpMkLst>
        </pc:cxnChg>
        <pc:cxnChg chg="add mod">
          <ac:chgData name="Abhranil" userId="9c3bab5a-3d97-44f6-bde7-7d357481cb18" providerId="ADAL" clId="{49982B71-3990-4CE6-BEF3-553C489084F0}" dt="2024-05-01T15:41:02.779" v="680" actId="1076"/>
          <ac:cxnSpMkLst>
            <pc:docMk/>
            <pc:sldMk cId="1556629917" sldId="666"/>
            <ac:cxnSpMk id="165" creationId="{9B6D59F7-5320-4BA9-B620-8B3F613EBA13}"/>
          </ac:cxnSpMkLst>
        </pc:cxnChg>
        <pc:cxnChg chg="add mod">
          <ac:chgData name="Abhranil" userId="9c3bab5a-3d97-44f6-bde7-7d357481cb18" providerId="ADAL" clId="{49982B71-3990-4CE6-BEF3-553C489084F0}" dt="2024-05-01T15:41:02.779" v="680" actId="1076"/>
          <ac:cxnSpMkLst>
            <pc:docMk/>
            <pc:sldMk cId="1556629917" sldId="666"/>
            <ac:cxnSpMk id="166" creationId="{1F05A9DF-8CCE-41C6-8D4A-7177CA9B5D20}"/>
          </ac:cxnSpMkLst>
        </pc:cxnChg>
        <pc:cxnChg chg="mod">
          <ac:chgData name="Abhranil" userId="9c3bab5a-3d97-44f6-bde7-7d357481cb18" providerId="ADAL" clId="{49982B71-3990-4CE6-BEF3-553C489084F0}" dt="2024-05-01T15:40:49.307" v="677"/>
          <ac:cxnSpMkLst>
            <pc:docMk/>
            <pc:sldMk cId="1556629917" sldId="666"/>
            <ac:cxnSpMk id="170" creationId="{3A7B6638-7C4B-4D90-9ABC-48E04702D2EB}"/>
          </ac:cxnSpMkLst>
        </pc:cxnChg>
        <pc:cxnChg chg="mod">
          <ac:chgData name="Abhranil" userId="9c3bab5a-3d97-44f6-bde7-7d357481cb18" providerId="ADAL" clId="{49982B71-3990-4CE6-BEF3-553C489084F0}" dt="2024-05-01T15:40:49.307" v="677"/>
          <ac:cxnSpMkLst>
            <pc:docMk/>
            <pc:sldMk cId="1556629917" sldId="666"/>
            <ac:cxnSpMk id="171" creationId="{A1E439E7-296C-415F-8249-8D45463943D5}"/>
          </ac:cxnSpMkLst>
        </pc:cxnChg>
        <pc:cxnChg chg="mod">
          <ac:chgData name="Abhranil" userId="9c3bab5a-3d97-44f6-bde7-7d357481cb18" providerId="ADAL" clId="{49982B71-3990-4CE6-BEF3-553C489084F0}" dt="2024-05-01T15:40:49.307" v="677"/>
          <ac:cxnSpMkLst>
            <pc:docMk/>
            <pc:sldMk cId="1556629917" sldId="666"/>
            <ac:cxnSpMk id="172" creationId="{B130ABFF-C650-4E4B-892D-5A55ECA5438F}"/>
          </ac:cxnSpMkLst>
        </pc:cxnChg>
        <pc:cxnChg chg="mod">
          <ac:chgData name="Abhranil" userId="9c3bab5a-3d97-44f6-bde7-7d357481cb18" providerId="ADAL" clId="{49982B71-3990-4CE6-BEF3-553C489084F0}" dt="2024-05-01T15:40:49.307" v="677"/>
          <ac:cxnSpMkLst>
            <pc:docMk/>
            <pc:sldMk cId="1556629917" sldId="666"/>
            <ac:cxnSpMk id="173" creationId="{315ABB53-2418-4657-81CB-6F5E46D980AB}"/>
          </ac:cxnSpMkLst>
        </pc:cxnChg>
        <pc:cxnChg chg="add mod">
          <ac:chgData name="Abhranil" userId="9c3bab5a-3d97-44f6-bde7-7d357481cb18" providerId="ADAL" clId="{49982B71-3990-4CE6-BEF3-553C489084F0}" dt="2024-05-01T15:41:02.779" v="680" actId="1076"/>
          <ac:cxnSpMkLst>
            <pc:docMk/>
            <pc:sldMk cId="1556629917" sldId="666"/>
            <ac:cxnSpMk id="174" creationId="{E191D682-C122-4E71-B830-52DE6947E9BC}"/>
          </ac:cxnSpMkLst>
        </pc:cxnChg>
        <pc:cxnChg chg="add mod">
          <ac:chgData name="Abhranil" userId="9c3bab5a-3d97-44f6-bde7-7d357481cb18" providerId="ADAL" clId="{49982B71-3990-4CE6-BEF3-553C489084F0}" dt="2024-05-01T15:41:02.779" v="680" actId="1076"/>
          <ac:cxnSpMkLst>
            <pc:docMk/>
            <pc:sldMk cId="1556629917" sldId="666"/>
            <ac:cxnSpMk id="175" creationId="{215C0AA8-3F04-4B36-BDC6-DA6E99C29E94}"/>
          </ac:cxnSpMkLst>
        </pc:cxnChg>
        <pc:cxnChg chg="add del mod">
          <ac:chgData name="Abhranil" userId="9c3bab5a-3d97-44f6-bde7-7d357481cb18" providerId="ADAL" clId="{49982B71-3990-4CE6-BEF3-553C489084F0}" dt="2024-05-01T15:41:18.305" v="683" actId="478"/>
          <ac:cxnSpMkLst>
            <pc:docMk/>
            <pc:sldMk cId="1556629917" sldId="666"/>
            <ac:cxnSpMk id="176" creationId="{6E2AF611-6C96-44F4-B836-1EB3CC274B2D}"/>
          </ac:cxnSpMkLst>
        </pc:cxnChg>
        <pc:cxnChg chg="add del mod">
          <ac:chgData name="Abhranil" userId="9c3bab5a-3d97-44f6-bde7-7d357481cb18" providerId="ADAL" clId="{49982B71-3990-4CE6-BEF3-553C489084F0}" dt="2024-05-01T15:41:18.305" v="683" actId="478"/>
          <ac:cxnSpMkLst>
            <pc:docMk/>
            <pc:sldMk cId="1556629917" sldId="666"/>
            <ac:cxnSpMk id="177" creationId="{1F82975C-0B8B-4AF0-9E62-6CD422E239F7}"/>
          </ac:cxnSpMkLst>
        </pc:cxnChg>
        <pc:cxnChg chg="add mod">
          <ac:chgData name="Abhranil" userId="9c3bab5a-3d97-44f6-bde7-7d357481cb18" providerId="ADAL" clId="{49982B71-3990-4CE6-BEF3-553C489084F0}" dt="2024-05-01T15:41:26.360" v="684" actId="1076"/>
          <ac:cxnSpMkLst>
            <pc:docMk/>
            <pc:sldMk cId="1556629917" sldId="666"/>
            <ac:cxnSpMk id="179" creationId="{56A2BCA1-DA0A-4F23-99E4-FF04179D7FFC}"/>
          </ac:cxnSpMkLst>
        </pc:cxnChg>
        <pc:cxnChg chg="add mod">
          <ac:chgData name="Abhranil" userId="9c3bab5a-3d97-44f6-bde7-7d357481cb18" providerId="ADAL" clId="{49982B71-3990-4CE6-BEF3-553C489084F0}" dt="2024-05-01T15:41:26.360" v="684" actId="1076"/>
          <ac:cxnSpMkLst>
            <pc:docMk/>
            <pc:sldMk cId="1556629917" sldId="666"/>
            <ac:cxnSpMk id="180" creationId="{DE4DAA7E-307D-43E1-B7A1-7684CB155D47}"/>
          </ac:cxnSpMkLst>
        </pc:cxnChg>
        <pc:cxnChg chg="del mod topLvl">
          <ac:chgData name="Abhranil" userId="9c3bab5a-3d97-44f6-bde7-7d357481cb18" providerId="ADAL" clId="{49982B71-3990-4CE6-BEF3-553C489084F0}" dt="2024-05-01T15:42:54.819" v="695" actId="478"/>
          <ac:cxnSpMkLst>
            <pc:docMk/>
            <pc:sldMk cId="1556629917" sldId="666"/>
            <ac:cxnSpMk id="184" creationId="{57F4BB4F-A094-4817-8D53-0376FA41EF73}"/>
          </ac:cxnSpMkLst>
        </pc:cxnChg>
        <pc:cxnChg chg="del mod topLvl">
          <ac:chgData name="Abhranil" userId="9c3bab5a-3d97-44f6-bde7-7d357481cb18" providerId="ADAL" clId="{49982B71-3990-4CE6-BEF3-553C489084F0}" dt="2024-05-01T15:42:56.216" v="696" actId="478"/>
          <ac:cxnSpMkLst>
            <pc:docMk/>
            <pc:sldMk cId="1556629917" sldId="666"/>
            <ac:cxnSpMk id="185" creationId="{072F4AA5-F9F7-47A0-9583-F2F13E01649F}"/>
          </ac:cxnSpMkLst>
        </pc:cxnChg>
        <pc:cxnChg chg="del mod topLvl">
          <ac:chgData name="Abhranil" userId="9c3bab5a-3d97-44f6-bde7-7d357481cb18" providerId="ADAL" clId="{49982B71-3990-4CE6-BEF3-553C489084F0}" dt="2024-05-01T15:42:51.851" v="692" actId="478"/>
          <ac:cxnSpMkLst>
            <pc:docMk/>
            <pc:sldMk cId="1556629917" sldId="666"/>
            <ac:cxnSpMk id="186" creationId="{D16272C9-0F8E-48D8-9FD9-1D0630DF327B}"/>
          </ac:cxnSpMkLst>
        </pc:cxnChg>
        <pc:cxnChg chg="del mod topLvl">
          <ac:chgData name="Abhranil" userId="9c3bab5a-3d97-44f6-bde7-7d357481cb18" providerId="ADAL" clId="{49982B71-3990-4CE6-BEF3-553C489084F0}" dt="2024-05-01T15:42:53.877" v="694" actId="478"/>
          <ac:cxnSpMkLst>
            <pc:docMk/>
            <pc:sldMk cId="1556629917" sldId="666"/>
            <ac:cxnSpMk id="187" creationId="{9918BD9A-8238-4A97-930B-DC89CC3FB00F}"/>
          </ac:cxnSpMkLst>
        </pc:cxnChg>
        <pc:cxnChg chg="add del mod">
          <ac:chgData name="Abhranil" userId="9c3bab5a-3d97-44f6-bde7-7d357481cb18" providerId="ADAL" clId="{49982B71-3990-4CE6-BEF3-553C489084F0}" dt="2024-05-01T15:51:45.839" v="812" actId="14100"/>
          <ac:cxnSpMkLst>
            <pc:docMk/>
            <pc:sldMk cId="1556629917" sldId="666"/>
            <ac:cxnSpMk id="188" creationId="{F78F2E95-0648-4323-A780-F8E60696471F}"/>
          </ac:cxnSpMkLst>
        </pc:cxnChg>
        <pc:cxnChg chg="add del mod">
          <ac:chgData name="Abhranil" userId="9c3bab5a-3d97-44f6-bde7-7d357481cb18" providerId="ADAL" clId="{49982B71-3990-4CE6-BEF3-553C489084F0}" dt="2024-05-01T15:51:49.088" v="813" actId="14100"/>
          <ac:cxnSpMkLst>
            <pc:docMk/>
            <pc:sldMk cId="1556629917" sldId="666"/>
            <ac:cxnSpMk id="189" creationId="{922B2A97-5661-45CF-8F9B-2248D9199C2A}"/>
          </ac:cxnSpMkLst>
        </pc:cxnChg>
        <pc:cxnChg chg="add mod">
          <ac:chgData name="Abhranil" userId="9c3bab5a-3d97-44f6-bde7-7d357481cb18" providerId="ADAL" clId="{49982B71-3990-4CE6-BEF3-553C489084F0}" dt="2024-05-01T15:53:05.343" v="833" actId="478"/>
          <ac:cxnSpMkLst>
            <pc:docMk/>
            <pc:sldMk cId="1556629917" sldId="666"/>
            <ac:cxnSpMk id="201" creationId="{992FC737-FFE9-4C29-999A-B83D0CDD9CBA}"/>
          </ac:cxnSpMkLst>
        </pc:cxnChg>
        <pc:cxnChg chg="add mod">
          <ac:chgData name="Abhranil" userId="9c3bab5a-3d97-44f6-bde7-7d357481cb18" providerId="ADAL" clId="{49982B71-3990-4CE6-BEF3-553C489084F0}" dt="2024-05-01T16:05:51.385" v="975" actId="14100"/>
          <ac:cxnSpMkLst>
            <pc:docMk/>
            <pc:sldMk cId="1556629917" sldId="666"/>
            <ac:cxnSpMk id="209" creationId="{AD2E2030-4734-4E4C-BB15-4CE3956EEEE7}"/>
          </ac:cxnSpMkLst>
        </pc:cxnChg>
        <pc:cxnChg chg="add del mod ord">
          <ac:chgData name="Abhranil" userId="9c3bab5a-3d97-44f6-bde7-7d357481cb18" providerId="ADAL" clId="{49982B71-3990-4CE6-BEF3-553C489084F0}" dt="2024-05-01T16:05:08.951" v="967" actId="478"/>
          <ac:cxnSpMkLst>
            <pc:docMk/>
            <pc:sldMk cId="1556629917" sldId="666"/>
            <ac:cxnSpMk id="225" creationId="{CA6D3ADB-F814-4E62-9964-C5474EADE454}"/>
          </ac:cxnSpMkLst>
        </pc:cxnChg>
        <pc:cxnChg chg="add mod">
          <ac:chgData name="Abhranil" userId="9c3bab5a-3d97-44f6-bde7-7d357481cb18" providerId="ADAL" clId="{49982B71-3990-4CE6-BEF3-553C489084F0}" dt="2024-05-01T16:07:42.582" v="1009" actId="1076"/>
          <ac:cxnSpMkLst>
            <pc:docMk/>
            <pc:sldMk cId="1556629917" sldId="666"/>
            <ac:cxnSpMk id="232" creationId="{359DC2D1-7250-40CE-8515-C10558350B1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A5B1-A106-4984-9025-D6FEC70BB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4F848-458C-4C87-A1D5-A62F27D2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00F57-AE23-48C3-BC74-9E4D36B5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0D598-3BB5-4045-ACAF-F0309213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1BAE8-08EA-46DB-AAE6-CE2FC59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2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FD76-B96E-4436-BE77-C64D4FD0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B7F0-F50C-4D9A-BBE7-63EE717E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41563-D238-44C3-A4B2-7778C3F6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FB027-8998-4399-8564-BC107EF9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A6DC-169F-4DD4-9D6C-7C07B9C6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8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5E27-5B55-4846-99F8-118E3F0D3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F401B-8357-4E5D-813D-6D398B28B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31C6-A522-45EB-A222-9BBD10356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1786F-AC73-4282-A4DC-FD2F3571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61C48-B3CB-4BCB-B6E1-A7B13202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2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BDB1-0A37-4850-8CA8-45367FD1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E620-2B2E-4247-B340-EFB053A05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CBAF6-BB51-441C-8712-C783DED44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D7D75-287C-4438-B906-F73BDDB3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61D50-A3BF-47B7-A9C5-F0B35EFB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57DEC-98C8-48B1-856E-8CC3576A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5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423E-394D-4F4F-AFC9-AC40F7B5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3093D-FB83-4A59-A036-DE580F7E1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82944-3E98-4B5A-BDF2-8806AB530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66786-37A0-41E5-83FA-55D47C302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6BD2D-7642-45D5-BF9C-D5B7321BF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9E762-2538-48A8-A65C-C0590129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A95BD-8813-48DA-8E3B-E0599B61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8DF48-7EE4-4D95-8728-BDE0FA64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709B-7F02-42C9-A556-032EC0B61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7C110-0138-4159-AB65-B76A936E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71BA4-1508-4BEE-B78A-1C4A44C7E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A5322-25C9-425F-BDAF-AEB1F2F3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1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42295-FEFC-4A69-9347-06AA6DD6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2C325-D6A7-47AC-898D-70CB5BD9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7FB33-CBCF-4EA2-A0D7-C4B09D89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8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223E-7AF1-4A57-919A-205B7532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79F1-7961-4038-B2B4-FD880DCCD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0E785-C4C6-473A-9983-5290E0E7A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D5B14-0965-4B65-82A7-CCE7C613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F0332-F04A-4C29-8B71-476AE4A3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AAB2B-44AE-4363-A5FD-BF3854A8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5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36F8-8244-4BA8-AF6E-1729C65D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CC3DCC-0FED-402D-A7C8-546E503B5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67C6E-6D3B-435C-9F67-1F46E6C12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DEC17-A9A7-47F3-B3DF-51336522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15BB0-8DA3-4903-AD72-16A2D4AC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E2E7F-61D7-42C4-A124-DF1E82E9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32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EBC0-3E55-484B-8767-DE288643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47517-B486-47E7-AECD-275496E62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ED60D-BE32-4BFB-BD9F-73D71296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0AE1C-2DEE-4976-AB96-D2048CD0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41282-8272-48AB-B737-B8B1A771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1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9560B8-904A-436B-922C-92C5DE429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03EDD-AF05-447D-A214-74D04FFC9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03045-F605-4DC0-8EE5-D313936F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B92AC-3A21-4B9E-8CDE-9C727BF5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BFC87-0083-4EC0-8E65-9323FBFCE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7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67144-9BF7-438E-9B33-123AEE42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122BF-C35B-4184-8EF7-F4EEDF8D6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4EF71-A272-4CC1-87DA-E4E663DEA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BE39D-16E1-4220-8D8E-D2CDDEF4FDF7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4EAAD-C0F3-459F-AA39-9F639397F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D184-FC61-4BBD-915C-397B4A5ED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7E3F7-535A-4B12-99A9-B71FEE57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0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7B3D-A02E-46EC-952B-E25D7819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Self-supervised models of human texture-discrimination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A07B7-8B05-4F0A-AEE9-B0579E3C5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Our ability to interpret scenes depends upon segmenting images into same-texture regions, which are usually the same physical ‘stuff’.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How do we do this so immediately on arbitrary new images with textures never seen before, under varying lighting and geometry, with a visual system whose resolution degrades rapidly away from fixation? 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 conduct the first direct measure of human ability to identify if two 1°×1° grayscale texture patches are the same ‘stuff’, when the textures are widely sampled to prevent learning specific textures.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The pair of patches are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presented at the fovea (0 deg) and at three retinal eccentricities (1.6, 5, and 11.5 deg) picked to approximately correspond to the eccentricities where the spacing between ganglion-cell receptive fields is 2, 4, and 8 times that in the fovea.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32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3930-3D55-25D2-3A41-2DE164929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D6D92F-BD51-4789-ACB6-BE5ECBFFF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94" y="1642473"/>
            <a:ext cx="9886208" cy="357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5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46C66A-0ACF-4FD8-BF25-14B4AC56823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295" y="1998028"/>
            <a:ext cx="3407410" cy="28619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389E16-52E8-4631-B3AF-15D35B1F6D33}"/>
              </a:ext>
            </a:extLst>
          </p:cNvPr>
          <p:cNvSpPr txBox="1"/>
          <p:nvPr/>
        </p:nvSpPr>
        <p:spPr>
          <a:xfrm>
            <a:off x="8009906" y="4031673"/>
            <a:ext cx="141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done yet</a:t>
            </a:r>
          </a:p>
        </p:txBody>
      </p:sp>
    </p:spTree>
    <p:extLst>
      <p:ext uri="{BB962C8B-B14F-4D97-AF65-F5344CB8AC3E}">
        <p14:creationId xmlns:p14="http://schemas.microsoft.com/office/powerpoint/2010/main" val="190447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D04A9C5-2B13-4128-B054-6426FA4F9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738" y="3529940"/>
            <a:ext cx="2649956" cy="2490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AC807-C3F6-492A-B179-6C22A8E9B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087" y="373674"/>
            <a:ext cx="2955915" cy="27693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B8911F-133E-43EE-B787-40301225FE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378" y="391587"/>
            <a:ext cx="2955915" cy="276936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748260B-4158-4C6F-8330-8401DE76B992}"/>
              </a:ext>
            </a:extLst>
          </p:cNvPr>
          <p:cNvGrpSpPr/>
          <p:nvPr/>
        </p:nvGrpSpPr>
        <p:grpSpPr>
          <a:xfrm>
            <a:off x="248579" y="253088"/>
            <a:ext cx="4011508" cy="3879425"/>
            <a:chOff x="296080" y="2759947"/>
            <a:chExt cx="4011508" cy="387942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88CD740-0DC2-4C91-9C3C-CDB61FF2A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080" y="2898447"/>
              <a:ext cx="4011508" cy="374092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25445B-4139-4E27-A01E-23BD2024C0FB}"/>
                </a:ext>
              </a:extLst>
            </p:cNvPr>
            <p:cNvSpPr txBox="1"/>
            <p:nvPr/>
          </p:nvSpPr>
          <p:spPr>
            <a:xfrm>
              <a:off x="1935678" y="2759947"/>
              <a:ext cx="93718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90% correct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4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FF7466-0756-4151-9F09-9931A9F57919}"/>
              </a:ext>
            </a:extLst>
          </p:cNvPr>
          <p:cNvSpPr/>
          <p:nvPr/>
        </p:nvSpPr>
        <p:spPr>
          <a:xfrm>
            <a:off x="381645" y="1051585"/>
            <a:ext cx="78895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Model</a:t>
            </a:r>
            <a:endParaRPr lang="en-US" sz="14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anose="020B0604020202020204" pitchFamily="34" charset="0"/>
              </a:rPr>
              <a:t> Model: a simple CNN (similar to the DQN network)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Conv1 -&gt; Conv2 -&gt; dropout(0.25) -&gt; Conv3 -&gt; dropout(0.5) -&gt; FC1 -&gt; FC2.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Shape: 64x64x2 -&gt; 31x31x32 -&gt; 15x15x64 -&gt; 7x7x64 (3136) -&gt; 512 -&gt; 2.</a:t>
            </a:r>
          </a:p>
          <a:p>
            <a:pPr marL="742950" lvl="1" indent="-28575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NLL loss, Adam optimizer (</a:t>
            </a:r>
            <a:r>
              <a:rPr lang="en-US" sz="1200" dirty="0" err="1">
                <a:solidFill>
                  <a:srgbClr val="595959"/>
                </a:solidFill>
                <a:latin typeface="Arial" panose="020B0604020202020204" pitchFamily="34" charset="0"/>
              </a:rPr>
              <a:t>lr</a:t>
            </a: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=1e-4), batch size=64, epoch=50.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</a:rPr>
              <a:t> Task 1 (discrimination) 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Train: 100K pairs from 60 classes.</a:t>
            </a:r>
          </a:p>
          <a:p>
            <a:pPr marL="742950" lvl="1" indent="-28575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Test: 10K pairs from 60 classes.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 Task 2 (generalization)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Train: 100K pairs from 50 classes.</a:t>
            </a:r>
          </a:p>
          <a:p>
            <a:pPr marL="742950" lvl="1" indent="-28575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 panose="020B0604020202020204" pitchFamily="34" charset="0"/>
              </a:rPr>
              <a:t>Test: 10K pairs from 10 unseen classes.</a:t>
            </a:r>
            <a:endParaRPr lang="en-US" sz="1200" b="0" i="0" u="none" strike="noStrike" dirty="0"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C8548-254A-4E1B-A40B-00EAC8DB7535}"/>
              </a:ext>
            </a:extLst>
          </p:cNvPr>
          <p:cNvSpPr txBox="1"/>
          <p:nvPr/>
        </p:nvSpPr>
        <p:spPr>
          <a:xfrm>
            <a:off x="3627147" y="137196"/>
            <a:ext cx="3987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Simple CNN Model (first pass)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5A917-04D3-4360-AA6C-59CFE4BD331F}"/>
              </a:ext>
            </a:extLst>
          </p:cNvPr>
          <p:cNvSpPr txBox="1"/>
          <p:nvPr/>
        </p:nvSpPr>
        <p:spPr>
          <a:xfrm>
            <a:off x="1615489" y="5074902"/>
            <a:ext cx="980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consider biologically plausible CNN architectures, read </a:t>
            </a:r>
            <a:r>
              <a:rPr lang="en-US" dirty="0" err="1"/>
              <a:t>Yamins</a:t>
            </a:r>
            <a:r>
              <a:rPr lang="en-US" dirty="0"/>
              <a:t> &amp; DiCarlo review (2016 Nature Neuro)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E14A5-7F3A-4F10-89AA-40432306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498" y="1204912"/>
            <a:ext cx="5208999" cy="26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8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47E47789-345B-422A-B981-064BAB38A9C8}"/>
              </a:ext>
            </a:extLst>
          </p:cNvPr>
          <p:cNvSpPr/>
          <p:nvPr/>
        </p:nvSpPr>
        <p:spPr>
          <a:xfrm rot="5400000" flipV="1">
            <a:off x="1832278" y="1524022"/>
            <a:ext cx="419472" cy="144319"/>
          </a:xfrm>
          <a:prstGeom prst="parallelogram">
            <a:avLst>
              <a:gd name="adj" fmla="val 101727"/>
            </a:avLst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61395789-E6A3-450B-B078-74C334F2FA69}"/>
              </a:ext>
            </a:extLst>
          </p:cNvPr>
          <p:cNvSpPr/>
          <p:nvPr/>
        </p:nvSpPr>
        <p:spPr>
          <a:xfrm rot="5400000" flipV="1">
            <a:off x="1838746" y="1846531"/>
            <a:ext cx="419469" cy="144318"/>
          </a:xfrm>
          <a:prstGeom prst="parallelogram">
            <a:avLst>
              <a:gd name="adj" fmla="val 101727"/>
            </a:avLst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D7F929-70AD-4FB1-B48A-15CA45CE7717}"/>
              </a:ext>
            </a:extLst>
          </p:cNvPr>
          <p:cNvCxnSpPr>
            <a:cxnSpLocks/>
          </p:cNvCxnSpPr>
          <p:nvPr/>
        </p:nvCxnSpPr>
        <p:spPr>
          <a:xfrm>
            <a:off x="2064386" y="1866091"/>
            <a:ext cx="33399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be 3">
            <a:extLst>
              <a:ext uri="{FF2B5EF4-FFF2-40B4-BE49-F238E27FC236}">
                <a16:creationId xmlns:a16="http://schemas.microsoft.com/office/drawing/2014/main" id="{2EF88B87-E67F-46EC-81C4-981B7CFCC2CE}"/>
              </a:ext>
            </a:extLst>
          </p:cNvPr>
          <p:cNvSpPr/>
          <p:nvPr/>
        </p:nvSpPr>
        <p:spPr>
          <a:xfrm>
            <a:off x="2392878" y="1289957"/>
            <a:ext cx="773622" cy="851803"/>
          </a:xfrm>
          <a:prstGeom prst="cub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B5147C-7AAF-4FC4-94AD-01A2F82151A4}"/>
              </a:ext>
            </a:extLst>
          </p:cNvPr>
          <p:cNvCxnSpPr>
            <a:cxnSpLocks/>
          </p:cNvCxnSpPr>
          <p:nvPr/>
        </p:nvCxnSpPr>
        <p:spPr>
          <a:xfrm>
            <a:off x="2058885" y="1630499"/>
            <a:ext cx="33399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4F91BB-B705-4253-9F33-310722CE389E}"/>
              </a:ext>
            </a:extLst>
          </p:cNvPr>
          <p:cNvSpPr txBox="1"/>
          <p:nvPr/>
        </p:nvSpPr>
        <p:spPr>
          <a:xfrm>
            <a:off x="2487695" y="2263509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Dosis" pitchFamily="2" charset="0"/>
              </a:rPr>
              <a:t>conv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F072DA-F554-4C4E-9FA7-46B7E86BF528}"/>
              </a:ext>
            </a:extLst>
          </p:cNvPr>
          <p:cNvSpPr txBox="1"/>
          <p:nvPr/>
        </p:nvSpPr>
        <p:spPr>
          <a:xfrm>
            <a:off x="2931167" y="2268499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err="1">
                <a:latin typeface="Dosis" pitchFamily="2" charset="0"/>
              </a:rPr>
              <a:t>maxpool</a:t>
            </a:r>
            <a:endParaRPr lang="en-US" sz="1050" dirty="0">
              <a:latin typeface="Dosis" pitchFamily="2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50DF9C2-6786-41FC-9C4D-1D00016D47C3}"/>
              </a:ext>
            </a:extLst>
          </p:cNvPr>
          <p:cNvCxnSpPr>
            <a:cxnSpLocks/>
          </p:cNvCxnSpPr>
          <p:nvPr/>
        </p:nvCxnSpPr>
        <p:spPr>
          <a:xfrm flipH="1">
            <a:off x="3076211" y="1866091"/>
            <a:ext cx="1398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522B38A-6A61-4B3A-8014-C7022F0FB02C}"/>
              </a:ext>
            </a:extLst>
          </p:cNvPr>
          <p:cNvCxnSpPr>
            <a:cxnSpLocks/>
          </p:cNvCxnSpPr>
          <p:nvPr/>
        </p:nvCxnSpPr>
        <p:spPr>
          <a:xfrm flipH="1">
            <a:off x="3067216" y="1630921"/>
            <a:ext cx="13983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F26612-35C0-49DB-8FAA-1D8641614798}"/>
              </a:ext>
            </a:extLst>
          </p:cNvPr>
          <p:cNvGrpSpPr/>
          <p:nvPr/>
        </p:nvGrpSpPr>
        <p:grpSpPr>
          <a:xfrm>
            <a:off x="3146127" y="1207800"/>
            <a:ext cx="333680" cy="969350"/>
            <a:chOff x="3662363" y="1240981"/>
            <a:chExt cx="333680" cy="96935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16BF20E3-4613-4EBC-AADC-0D27F0A6A46C}"/>
                </a:ext>
              </a:extLst>
            </p:cNvPr>
            <p:cNvSpPr/>
            <p:nvPr/>
          </p:nvSpPr>
          <p:spPr>
            <a:xfrm rot="5400000" flipV="1">
              <a:off x="3344614" y="1558904"/>
              <a:ext cx="969350" cy="333504"/>
            </a:xfrm>
            <a:prstGeom prst="parallelogram">
              <a:avLst>
                <a:gd name="adj" fmla="val 101727"/>
              </a:avLst>
            </a:prstGeom>
            <a:solidFill>
              <a:srgbClr val="D9D9D9">
                <a:alpha val="47843"/>
              </a:srgbClr>
            </a:solidFill>
            <a:ln w="31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7F1F17B6-5189-4475-B5A7-4384A224B569}"/>
                </a:ext>
              </a:extLst>
            </p:cNvPr>
            <p:cNvSpPr/>
            <p:nvPr/>
          </p:nvSpPr>
          <p:spPr>
            <a:xfrm rot="5400000" flipV="1">
              <a:off x="3525115" y="1621005"/>
              <a:ext cx="608349" cy="209302"/>
            </a:xfrm>
            <a:prstGeom prst="parallelogram">
              <a:avLst>
                <a:gd name="adj" fmla="val 101727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4D1B6CA-977A-4020-B372-34B873352160}"/>
                </a:ext>
              </a:extLst>
            </p:cNvPr>
            <p:cNvCxnSpPr/>
            <p:nvPr/>
          </p:nvCxnSpPr>
          <p:spPr>
            <a:xfrm flipV="1">
              <a:off x="3662537" y="2029831"/>
              <a:ext cx="62101" cy="18050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0F6243C-358A-4598-A737-D7A51DB2F5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3941" y="1816240"/>
              <a:ext cx="62100" cy="5901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E4F949A-7CC8-4A4F-A681-97967C92B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206" y="1249633"/>
              <a:ext cx="59837" cy="16959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330B2FF-75F3-49C7-8A58-4A25CF6F7FF9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3" y="1583531"/>
              <a:ext cx="61912" cy="5000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6B9A91D-AF58-44B7-BD38-0C1AEA530B46}"/>
              </a:ext>
            </a:extLst>
          </p:cNvPr>
          <p:cNvCxnSpPr>
            <a:cxnSpLocks/>
          </p:cNvCxnSpPr>
          <p:nvPr/>
        </p:nvCxnSpPr>
        <p:spPr>
          <a:xfrm flipV="1">
            <a:off x="3308225" y="1630499"/>
            <a:ext cx="186349" cy="8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3E936FC-2D6C-49B0-B72F-880B2A880C03}"/>
              </a:ext>
            </a:extLst>
          </p:cNvPr>
          <p:cNvCxnSpPr>
            <a:cxnSpLocks/>
          </p:cNvCxnSpPr>
          <p:nvPr/>
        </p:nvCxnSpPr>
        <p:spPr>
          <a:xfrm flipV="1">
            <a:off x="3307549" y="1858933"/>
            <a:ext cx="186349" cy="83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be 135">
            <a:extLst>
              <a:ext uri="{FF2B5EF4-FFF2-40B4-BE49-F238E27FC236}">
                <a16:creationId xmlns:a16="http://schemas.microsoft.com/office/drawing/2014/main" id="{CB8BD7C7-9F08-4AF6-AE46-05EF65059062}"/>
              </a:ext>
            </a:extLst>
          </p:cNvPr>
          <p:cNvSpPr/>
          <p:nvPr/>
        </p:nvSpPr>
        <p:spPr>
          <a:xfrm>
            <a:off x="3494575" y="1273005"/>
            <a:ext cx="773622" cy="851803"/>
          </a:xfrm>
          <a:prstGeom prst="cub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0A2773C-D20C-4AC4-80EA-19470D7DACA4}"/>
              </a:ext>
            </a:extLst>
          </p:cNvPr>
          <p:cNvCxnSpPr>
            <a:cxnSpLocks/>
          </p:cNvCxnSpPr>
          <p:nvPr/>
        </p:nvCxnSpPr>
        <p:spPr>
          <a:xfrm flipH="1">
            <a:off x="4177908" y="1849139"/>
            <a:ext cx="1398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4C6495D-51B7-4A89-90CE-45EC3AB78AEE}"/>
              </a:ext>
            </a:extLst>
          </p:cNvPr>
          <p:cNvCxnSpPr>
            <a:cxnSpLocks/>
          </p:cNvCxnSpPr>
          <p:nvPr/>
        </p:nvCxnSpPr>
        <p:spPr>
          <a:xfrm flipH="1">
            <a:off x="4168913" y="1613969"/>
            <a:ext cx="13983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3B2F5D2-7266-4AC4-BA89-E603ABCCB3CE}"/>
              </a:ext>
            </a:extLst>
          </p:cNvPr>
          <p:cNvGrpSpPr/>
          <p:nvPr/>
        </p:nvGrpSpPr>
        <p:grpSpPr>
          <a:xfrm>
            <a:off x="4247824" y="1190848"/>
            <a:ext cx="333680" cy="969350"/>
            <a:chOff x="3662363" y="1240981"/>
            <a:chExt cx="333680" cy="969350"/>
          </a:xfrm>
        </p:grpSpPr>
        <p:sp>
          <p:nvSpPr>
            <p:cNvPr id="140" name="Parallelogram 139">
              <a:extLst>
                <a:ext uri="{FF2B5EF4-FFF2-40B4-BE49-F238E27FC236}">
                  <a16:creationId xmlns:a16="http://schemas.microsoft.com/office/drawing/2014/main" id="{E3E103C9-4544-49E8-BC4E-DA6AF85F9EED}"/>
                </a:ext>
              </a:extLst>
            </p:cNvPr>
            <p:cNvSpPr/>
            <p:nvPr/>
          </p:nvSpPr>
          <p:spPr>
            <a:xfrm rot="5400000" flipV="1">
              <a:off x="3344614" y="1558904"/>
              <a:ext cx="969350" cy="333504"/>
            </a:xfrm>
            <a:prstGeom prst="parallelogram">
              <a:avLst>
                <a:gd name="adj" fmla="val 101727"/>
              </a:avLst>
            </a:prstGeom>
            <a:solidFill>
              <a:srgbClr val="D9D9D9">
                <a:alpha val="47843"/>
              </a:srgbClr>
            </a:solidFill>
            <a:ln w="31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Parallelogram 140">
              <a:extLst>
                <a:ext uri="{FF2B5EF4-FFF2-40B4-BE49-F238E27FC236}">
                  <a16:creationId xmlns:a16="http://schemas.microsoft.com/office/drawing/2014/main" id="{C2DCF6E1-6961-4F95-AF21-1E6480C90E40}"/>
                </a:ext>
              </a:extLst>
            </p:cNvPr>
            <p:cNvSpPr/>
            <p:nvPr/>
          </p:nvSpPr>
          <p:spPr>
            <a:xfrm rot="5400000" flipV="1">
              <a:off x="3525115" y="1621005"/>
              <a:ext cx="608349" cy="209302"/>
            </a:xfrm>
            <a:prstGeom prst="parallelogram">
              <a:avLst>
                <a:gd name="adj" fmla="val 101727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1C39CC62-28F3-4B4E-ADCD-EB7F9BF014AE}"/>
                </a:ext>
              </a:extLst>
            </p:cNvPr>
            <p:cNvCxnSpPr/>
            <p:nvPr/>
          </p:nvCxnSpPr>
          <p:spPr>
            <a:xfrm flipV="1">
              <a:off x="3662537" y="2029831"/>
              <a:ext cx="62101" cy="18050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29C27CC9-2862-4971-A634-4A9EAC6F23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3941" y="1816240"/>
              <a:ext cx="62100" cy="5901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833CE98D-5BCA-489E-B5F8-153EB8047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206" y="1249633"/>
              <a:ext cx="59837" cy="16959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668483E8-743F-46F2-AB25-ED2EE8F8147A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3" y="1583531"/>
              <a:ext cx="61912" cy="5000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49E25DB-2458-4CAC-AB8A-4DF24012C797}"/>
              </a:ext>
            </a:extLst>
          </p:cNvPr>
          <p:cNvCxnSpPr>
            <a:cxnSpLocks/>
          </p:cNvCxnSpPr>
          <p:nvPr/>
        </p:nvCxnSpPr>
        <p:spPr>
          <a:xfrm flipV="1">
            <a:off x="4409922" y="1613547"/>
            <a:ext cx="186349" cy="8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9BD4FDD7-E71D-4B31-A007-D5B299CD3B0A}"/>
              </a:ext>
            </a:extLst>
          </p:cNvPr>
          <p:cNvCxnSpPr>
            <a:cxnSpLocks/>
          </p:cNvCxnSpPr>
          <p:nvPr/>
        </p:nvCxnSpPr>
        <p:spPr>
          <a:xfrm flipV="1">
            <a:off x="4409246" y="1841981"/>
            <a:ext cx="186349" cy="83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Cube 149">
            <a:extLst>
              <a:ext uri="{FF2B5EF4-FFF2-40B4-BE49-F238E27FC236}">
                <a16:creationId xmlns:a16="http://schemas.microsoft.com/office/drawing/2014/main" id="{C96F7C1E-2956-4E99-8762-B9C6E515271B}"/>
              </a:ext>
            </a:extLst>
          </p:cNvPr>
          <p:cNvSpPr/>
          <p:nvPr/>
        </p:nvSpPr>
        <p:spPr>
          <a:xfrm>
            <a:off x="4597860" y="1281657"/>
            <a:ext cx="773622" cy="851803"/>
          </a:xfrm>
          <a:prstGeom prst="cub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547FC86-4AEA-4BED-9AF8-2CF8E8B63E44}"/>
              </a:ext>
            </a:extLst>
          </p:cNvPr>
          <p:cNvCxnSpPr>
            <a:cxnSpLocks/>
          </p:cNvCxnSpPr>
          <p:nvPr/>
        </p:nvCxnSpPr>
        <p:spPr>
          <a:xfrm flipH="1">
            <a:off x="5281193" y="1857791"/>
            <a:ext cx="1398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45DB7FC-3777-4FD5-9F8C-326D5216090D}"/>
              </a:ext>
            </a:extLst>
          </p:cNvPr>
          <p:cNvCxnSpPr>
            <a:cxnSpLocks/>
          </p:cNvCxnSpPr>
          <p:nvPr/>
        </p:nvCxnSpPr>
        <p:spPr>
          <a:xfrm flipH="1">
            <a:off x="5272198" y="1622621"/>
            <a:ext cx="13983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C917432-330F-4802-9EBB-15A5BC1B7EA5}"/>
              </a:ext>
            </a:extLst>
          </p:cNvPr>
          <p:cNvGrpSpPr/>
          <p:nvPr/>
        </p:nvGrpSpPr>
        <p:grpSpPr>
          <a:xfrm>
            <a:off x="5351109" y="1199500"/>
            <a:ext cx="333680" cy="969350"/>
            <a:chOff x="3662363" y="1240981"/>
            <a:chExt cx="333680" cy="969350"/>
          </a:xfrm>
        </p:grpSpPr>
        <p:sp>
          <p:nvSpPr>
            <p:cNvPr id="154" name="Parallelogram 153">
              <a:extLst>
                <a:ext uri="{FF2B5EF4-FFF2-40B4-BE49-F238E27FC236}">
                  <a16:creationId xmlns:a16="http://schemas.microsoft.com/office/drawing/2014/main" id="{9E342ECC-A507-4E24-9D0D-BD27A3F9AEEE}"/>
                </a:ext>
              </a:extLst>
            </p:cNvPr>
            <p:cNvSpPr/>
            <p:nvPr/>
          </p:nvSpPr>
          <p:spPr>
            <a:xfrm rot="5400000" flipV="1">
              <a:off x="3344614" y="1558904"/>
              <a:ext cx="969350" cy="333504"/>
            </a:xfrm>
            <a:prstGeom prst="parallelogram">
              <a:avLst>
                <a:gd name="adj" fmla="val 101727"/>
              </a:avLst>
            </a:prstGeom>
            <a:solidFill>
              <a:srgbClr val="D9D9D9">
                <a:alpha val="47843"/>
              </a:srgbClr>
            </a:solidFill>
            <a:ln w="31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Parallelogram 154">
              <a:extLst>
                <a:ext uri="{FF2B5EF4-FFF2-40B4-BE49-F238E27FC236}">
                  <a16:creationId xmlns:a16="http://schemas.microsoft.com/office/drawing/2014/main" id="{4C6D3A8C-53CC-43D8-9E77-2FC89458F9F2}"/>
                </a:ext>
              </a:extLst>
            </p:cNvPr>
            <p:cNvSpPr/>
            <p:nvPr/>
          </p:nvSpPr>
          <p:spPr>
            <a:xfrm rot="5400000" flipV="1">
              <a:off x="3525115" y="1621005"/>
              <a:ext cx="608349" cy="209302"/>
            </a:xfrm>
            <a:prstGeom prst="parallelogram">
              <a:avLst>
                <a:gd name="adj" fmla="val 101727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B700AC9E-3D00-47C8-9F9C-195B0D258ED2}"/>
                </a:ext>
              </a:extLst>
            </p:cNvPr>
            <p:cNvCxnSpPr/>
            <p:nvPr/>
          </p:nvCxnSpPr>
          <p:spPr>
            <a:xfrm flipV="1">
              <a:off x="3662537" y="2029831"/>
              <a:ext cx="62101" cy="18050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DF3EFA23-BECC-45FB-93F2-3279AD13BF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3941" y="1816240"/>
              <a:ext cx="62100" cy="5901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6F323F14-AF39-4DBC-9D8F-6A7801019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206" y="1249633"/>
              <a:ext cx="59837" cy="16959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958190E5-6D8A-44A1-A04A-D5A2E6418A28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3" y="1583531"/>
              <a:ext cx="61912" cy="5000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045BEC4D-3770-4778-AFE6-DC1D1AE39425}"/>
              </a:ext>
            </a:extLst>
          </p:cNvPr>
          <p:cNvCxnSpPr>
            <a:cxnSpLocks/>
          </p:cNvCxnSpPr>
          <p:nvPr/>
        </p:nvCxnSpPr>
        <p:spPr>
          <a:xfrm flipV="1">
            <a:off x="5513207" y="1622199"/>
            <a:ext cx="186349" cy="8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118EFE9-D58B-4308-9E69-F9B78D4C5191}"/>
              </a:ext>
            </a:extLst>
          </p:cNvPr>
          <p:cNvCxnSpPr>
            <a:cxnSpLocks/>
          </p:cNvCxnSpPr>
          <p:nvPr/>
        </p:nvCxnSpPr>
        <p:spPr>
          <a:xfrm flipV="1">
            <a:off x="5512531" y="1850633"/>
            <a:ext cx="186349" cy="83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Cube 163">
            <a:extLst>
              <a:ext uri="{FF2B5EF4-FFF2-40B4-BE49-F238E27FC236}">
                <a16:creationId xmlns:a16="http://schemas.microsoft.com/office/drawing/2014/main" id="{63A70CA8-9D25-4722-8170-D98C607C3D82}"/>
              </a:ext>
            </a:extLst>
          </p:cNvPr>
          <p:cNvSpPr/>
          <p:nvPr/>
        </p:nvSpPr>
        <p:spPr>
          <a:xfrm>
            <a:off x="5694694" y="1289957"/>
            <a:ext cx="773622" cy="851803"/>
          </a:xfrm>
          <a:prstGeom prst="cub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B6D59F7-5320-4BA9-B620-8B3F613EBA13}"/>
              </a:ext>
            </a:extLst>
          </p:cNvPr>
          <p:cNvCxnSpPr>
            <a:cxnSpLocks/>
          </p:cNvCxnSpPr>
          <p:nvPr/>
        </p:nvCxnSpPr>
        <p:spPr>
          <a:xfrm flipH="1">
            <a:off x="6378027" y="1866091"/>
            <a:ext cx="1398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F05A9DF-8CCE-41C6-8D4A-7177CA9B5D20}"/>
              </a:ext>
            </a:extLst>
          </p:cNvPr>
          <p:cNvCxnSpPr>
            <a:cxnSpLocks/>
          </p:cNvCxnSpPr>
          <p:nvPr/>
        </p:nvCxnSpPr>
        <p:spPr>
          <a:xfrm flipH="1">
            <a:off x="6369032" y="1630921"/>
            <a:ext cx="13983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ACC7372-B02D-4661-973F-39389A5764A2}"/>
              </a:ext>
            </a:extLst>
          </p:cNvPr>
          <p:cNvGrpSpPr/>
          <p:nvPr/>
        </p:nvGrpSpPr>
        <p:grpSpPr>
          <a:xfrm>
            <a:off x="6447943" y="1207800"/>
            <a:ext cx="333680" cy="969350"/>
            <a:chOff x="3662363" y="1240981"/>
            <a:chExt cx="333680" cy="969350"/>
          </a:xfrm>
        </p:grpSpPr>
        <p:sp>
          <p:nvSpPr>
            <p:cNvPr id="168" name="Parallelogram 167">
              <a:extLst>
                <a:ext uri="{FF2B5EF4-FFF2-40B4-BE49-F238E27FC236}">
                  <a16:creationId xmlns:a16="http://schemas.microsoft.com/office/drawing/2014/main" id="{E6355945-23DD-4C66-B4A3-86CEC142740B}"/>
                </a:ext>
              </a:extLst>
            </p:cNvPr>
            <p:cNvSpPr/>
            <p:nvPr/>
          </p:nvSpPr>
          <p:spPr>
            <a:xfrm rot="5400000" flipV="1">
              <a:off x="3344614" y="1558904"/>
              <a:ext cx="969350" cy="333504"/>
            </a:xfrm>
            <a:prstGeom prst="parallelogram">
              <a:avLst>
                <a:gd name="adj" fmla="val 101727"/>
              </a:avLst>
            </a:prstGeom>
            <a:solidFill>
              <a:srgbClr val="D9D9D9">
                <a:alpha val="47843"/>
              </a:srgbClr>
            </a:solidFill>
            <a:ln w="31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Parallelogram 168">
              <a:extLst>
                <a:ext uri="{FF2B5EF4-FFF2-40B4-BE49-F238E27FC236}">
                  <a16:creationId xmlns:a16="http://schemas.microsoft.com/office/drawing/2014/main" id="{48177CC9-6AF8-488A-B6AA-7026A4899AF0}"/>
                </a:ext>
              </a:extLst>
            </p:cNvPr>
            <p:cNvSpPr/>
            <p:nvPr/>
          </p:nvSpPr>
          <p:spPr>
            <a:xfrm rot="5400000" flipV="1">
              <a:off x="3525115" y="1621005"/>
              <a:ext cx="608349" cy="209302"/>
            </a:xfrm>
            <a:prstGeom prst="parallelogram">
              <a:avLst>
                <a:gd name="adj" fmla="val 101727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3A7B6638-7C4B-4D90-9ABC-48E04702D2EB}"/>
                </a:ext>
              </a:extLst>
            </p:cNvPr>
            <p:cNvCxnSpPr/>
            <p:nvPr/>
          </p:nvCxnSpPr>
          <p:spPr>
            <a:xfrm flipV="1">
              <a:off x="3662537" y="2029831"/>
              <a:ext cx="62101" cy="18050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A1E439E7-296C-415F-8249-8D45463943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3941" y="1816240"/>
              <a:ext cx="62100" cy="5901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B130ABFF-C650-4E4B-892D-5A55ECA543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206" y="1249633"/>
              <a:ext cx="59837" cy="16959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315ABB53-2418-4657-81CB-6F5E46D980AB}"/>
                </a:ext>
              </a:extLst>
            </p:cNvPr>
            <p:cNvCxnSpPr>
              <a:cxnSpLocks/>
            </p:cNvCxnSpPr>
            <p:nvPr/>
          </p:nvCxnSpPr>
          <p:spPr>
            <a:xfrm>
              <a:off x="3662363" y="1583531"/>
              <a:ext cx="61912" cy="5000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191D682-C122-4E71-B830-52DE6947E9BC}"/>
              </a:ext>
            </a:extLst>
          </p:cNvPr>
          <p:cNvCxnSpPr>
            <a:cxnSpLocks/>
          </p:cNvCxnSpPr>
          <p:nvPr/>
        </p:nvCxnSpPr>
        <p:spPr>
          <a:xfrm flipV="1">
            <a:off x="6610041" y="1630499"/>
            <a:ext cx="186349" cy="8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15C0AA8-3F04-4B36-BDC6-DA6E99C29E94}"/>
              </a:ext>
            </a:extLst>
          </p:cNvPr>
          <p:cNvCxnSpPr>
            <a:cxnSpLocks/>
          </p:cNvCxnSpPr>
          <p:nvPr/>
        </p:nvCxnSpPr>
        <p:spPr>
          <a:xfrm flipV="1">
            <a:off x="6609365" y="1858933"/>
            <a:ext cx="186349" cy="83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Cube 177">
            <a:extLst>
              <a:ext uri="{FF2B5EF4-FFF2-40B4-BE49-F238E27FC236}">
                <a16:creationId xmlns:a16="http://schemas.microsoft.com/office/drawing/2014/main" id="{D2619BD7-649C-499C-AD03-77653105B2F6}"/>
              </a:ext>
            </a:extLst>
          </p:cNvPr>
          <p:cNvSpPr/>
          <p:nvPr/>
        </p:nvSpPr>
        <p:spPr>
          <a:xfrm>
            <a:off x="6794903" y="1308395"/>
            <a:ext cx="773622" cy="851803"/>
          </a:xfrm>
          <a:prstGeom prst="cub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6A2BCA1-DA0A-4F23-99E4-FF04179D7FFC}"/>
              </a:ext>
            </a:extLst>
          </p:cNvPr>
          <p:cNvCxnSpPr>
            <a:cxnSpLocks/>
          </p:cNvCxnSpPr>
          <p:nvPr/>
        </p:nvCxnSpPr>
        <p:spPr>
          <a:xfrm flipH="1">
            <a:off x="7478236" y="1884529"/>
            <a:ext cx="1398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E4DAA7E-307D-43E1-B7A1-7684CB155D47}"/>
              </a:ext>
            </a:extLst>
          </p:cNvPr>
          <p:cNvCxnSpPr>
            <a:cxnSpLocks/>
          </p:cNvCxnSpPr>
          <p:nvPr/>
        </p:nvCxnSpPr>
        <p:spPr>
          <a:xfrm flipH="1">
            <a:off x="7469241" y="1649359"/>
            <a:ext cx="13983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Parallelogram 182">
            <a:extLst>
              <a:ext uri="{FF2B5EF4-FFF2-40B4-BE49-F238E27FC236}">
                <a16:creationId xmlns:a16="http://schemas.microsoft.com/office/drawing/2014/main" id="{6B80B35F-D8B2-4C18-838A-BC2C4AA0E188}"/>
              </a:ext>
            </a:extLst>
          </p:cNvPr>
          <p:cNvSpPr/>
          <p:nvPr/>
        </p:nvSpPr>
        <p:spPr>
          <a:xfrm rot="5400000" flipV="1">
            <a:off x="7334942" y="1557142"/>
            <a:ext cx="836468" cy="285497"/>
          </a:xfrm>
          <a:prstGeom prst="parallelogram">
            <a:avLst>
              <a:gd name="adj" fmla="val 101727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78F2E95-0648-4323-A780-F8E60696471F}"/>
              </a:ext>
            </a:extLst>
          </p:cNvPr>
          <p:cNvCxnSpPr>
            <a:cxnSpLocks/>
            <a:endCxn id="197" idx="1"/>
          </p:cNvCxnSpPr>
          <p:nvPr/>
        </p:nvCxnSpPr>
        <p:spPr>
          <a:xfrm>
            <a:off x="7767395" y="1649020"/>
            <a:ext cx="644400" cy="9469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922B2A97-5661-45CF-8F9B-2248D9199C2A}"/>
              </a:ext>
            </a:extLst>
          </p:cNvPr>
          <p:cNvCxnSpPr>
            <a:cxnSpLocks/>
            <a:endCxn id="197" idx="1"/>
          </p:cNvCxnSpPr>
          <p:nvPr/>
        </p:nvCxnSpPr>
        <p:spPr>
          <a:xfrm flipV="1">
            <a:off x="7765492" y="1743711"/>
            <a:ext cx="646303" cy="11408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8D817574-233B-411E-9EBB-C2778FEA47B2}"/>
              </a:ext>
            </a:extLst>
          </p:cNvPr>
          <p:cNvSpPr txBox="1"/>
          <p:nvPr/>
        </p:nvSpPr>
        <p:spPr>
          <a:xfrm>
            <a:off x="7457263" y="2251893"/>
            <a:ext cx="5918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Dosis" pitchFamily="2" charset="0"/>
              </a:rPr>
              <a:t>fully</a:t>
            </a:r>
          </a:p>
          <a:p>
            <a:pPr algn="ctr"/>
            <a:r>
              <a:rPr lang="en-US" sz="1050" dirty="0">
                <a:latin typeface="Dosis" pitchFamily="2" charset="0"/>
              </a:rPr>
              <a:t>connect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143C659-5AB1-4140-919E-EC0346F276DD}"/>
              </a:ext>
            </a:extLst>
          </p:cNvPr>
          <p:cNvSpPr txBox="1"/>
          <p:nvPr/>
        </p:nvSpPr>
        <p:spPr>
          <a:xfrm>
            <a:off x="7937827" y="1908418"/>
            <a:ext cx="9861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Dosis" pitchFamily="2" charset="0"/>
              </a:rPr>
              <a:t>subtract</a:t>
            </a:r>
          </a:p>
          <a:p>
            <a:pPr algn="ctr"/>
            <a:r>
              <a:rPr lang="en-US" sz="1050" dirty="0">
                <a:latin typeface="Dosis" pitchFamily="2" charset="0"/>
              </a:rPr>
              <a:t>feature vectors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992FC737-FFE9-4C29-999A-B83D0CDD9CBA}"/>
              </a:ext>
            </a:extLst>
          </p:cNvPr>
          <p:cNvCxnSpPr>
            <a:cxnSpLocks/>
          </p:cNvCxnSpPr>
          <p:nvPr/>
        </p:nvCxnSpPr>
        <p:spPr>
          <a:xfrm flipH="1" flipV="1">
            <a:off x="8560314" y="1740061"/>
            <a:ext cx="695886" cy="60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772388D-490D-45EF-9F8C-6B0285EB28DE}"/>
              </a:ext>
            </a:extLst>
          </p:cNvPr>
          <p:cNvGrpSpPr/>
          <p:nvPr/>
        </p:nvGrpSpPr>
        <p:grpSpPr>
          <a:xfrm>
            <a:off x="8255429" y="1575353"/>
            <a:ext cx="312731" cy="312731"/>
            <a:chOff x="8094795" y="1575353"/>
            <a:chExt cx="312731" cy="312731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81C0954D-88CB-4F7E-9116-EF97ADB71F22}"/>
                </a:ext>
              </a:extLst>
            </p:cNvPr>
            <p:cNvSpPr/>
            <p:nvPr/>
          </p:nvSpPr>
          <p:spPr>
            <a:xfrm>
              <a:off x="8094795" y="1575353"/>
              <a:ext cx="312731" cy="3127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Minus Sign 196">
              <a:extLst>
                <a:ext uri="{FF2B5EF4-FFF2-40B4-BE49-F238E27FC236}">
                  <a16:creationId xmlns:a16="http://schemas.microsoft.com/office/drawing/2014/main" id="{A4E320B2-35BE-4B1B-8288-D28CC2982F7F}"/>
                </a:ext>
              </a:extLst>
            </p:cNvPr>
            <p:cNvSpPr/>
            <p:nvPr/>
          </p:nvSpPr>
          <p:spPr>
            <a:xfrm>
              <a:off x="8169310" y="1707558"/>
              <a:ext cx="163701" cy="58538"/>
            </a:xfrm>
            <a:prstGeom prst="mathMinus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</p:grp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AD2E2030-4734-4E4C-BB15-4CE3956EEEE7}"/>
              </a:ext>
            </a:extLst>
          </p:cNvPr>
          <p:cNvCxnSpPr>
            <a:cxnSpLocks/>
          </p:cNvCxnSpPr>
          <p:nvPr/>
        </p:nvCxnSpPr>
        <p:spPr>
          <a:xfrm flipH="1">
            <a:off x="9404719" y="1742456"/>
            <a:ext cx="3974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>
            <a:extLst>
              <a:ext uri="{FF2B5EF4-FFF2-40B4-BE49-F238E27FC236}">
                <a16:creationId xmlns:a16="http://schemas.microsoft.com/office/drawing/2014/main" id="{18F41807-DAB9-4F85-956D-9970BF73212B}"/>
              </a:ext>
            </a:extLst>
          </p:cNvPr>
          <p:cNvSpPr/>
          <p:nvPr/>
        </p:nvSpPr>
        <p:spPr>
          <a:xfrm>
            <a:off x="9099834" y="1577749"/>
            <a:ext cx="312731" cy="312731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EB4FB6A-EE86-4E29-9959-2D9341D20C25}"/>
              </a:ext>
            </a:extLst>
          </p:cNvPr>
          <p:cNvSpPr txBox="1"/>
          <p:nvPr/>
        </p:nvSpPr>
        <p:spPr>
          <a:xfrm>
            <a:off x="8949865" y="1917059"/>
            <a:ext cx="6126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Dosis" pitchFamily="2" charset="0"/>
              </a:rPr>
              <a:t>add</a:t>
            </a:r>
          </a:p>
          <a:p>
            <a:pPr algn="ctr"/>
            <a:r>
              <a:rPr lang="en-US" sz="1050" dirty="0">
                <a:latin typeface="Dosis" pitchFamily="2" charset="0"/>
              </a:rPr>
              <a:t>features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F0F3888-2BA3-40DF-889E-75F4DC1B2D71}"/>
                  </a:ext>
                </a:extLst>
              </p:cNvPr>
              <p:cNvSpPr txBox="1"/>
              <p:nvPr/>
            </p:nvSpPr>
            <p:spPr>
              <a:xfrm>
                <a:off x="9172842" y="1622199"/>
                <a:ext cx="1667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F0F3888-2BA3-40DF-889E-75F4DC1B2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842" y="1622199"/>
                <a:ext cx="166712" cy="215444"/>
              </a:xfrm>
              <a:prstGeom prst="rect">
                <a:avLst/>
              </a:prstGeom>
              <a:blipFill>
                <a:blip r:embed="rId2"/>
                <a:stretch>
                  <a:fillRect l="-40741" r="-37037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" name="TextBox 218">
            <a:extLst>
              <a:ext uri="{FF2B5EF4-FFF2-40B4-BE49-F238E27FC236}">
                <a16:creationId xmlns:a16="http://schemas.microsoft.com/office/drawing/2014/main" id="{4F57C45B-848D-496D-8AA5-BA21312C8E7F}"/>
              </a:ext>
            </a:extLst>
          </p:cNvPr>
          <p:cNvSpPr txBox="1"/>
          <p:nvPr/>
        </p:nvSpPr>
        <p:spPr>
          <a:xfrm>
            <a:off x="1003256" y="1524893"/>
            <a:ext cx="9525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Dosis" pitchFamily="2" charset="0"/>
              </a:rPr>
              <a:t>texture patch 1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5C3C128-A486-4721-BC8A-43638F2F849C}"/>
              </a:ext>
            </a:extLst>
          </p:cNvPr>
          <p:cNvSpPr txBox="1"/>
          <p:nvPr/>
        </p:nvSpPr>
        <p:spPr>
          <a:xfrm>
            <a:off x="999775" y="1834781"/>
            <a:ext cx="9605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Dosis" pitchFamily="2" charset="0"/>
              </a:rPr>
              <a:t>texture patch 2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7371C491-BC3D-4E86-8211-D3EAEBC2B07B}"/>
              </a:ext>
            </a:extLst>
          </p:cNvPr>
          <p:cNvGrpSpPr/>
          <p:nvPr/>
        </p:nvGrpSpPr>
        <p:grpSpPr>
          <a:xfrm>
            <a:off x="9769938" y="1513180"/>
            <a:ext cx="904415" cy="472714"/>
            <a:chOff x="9931287" y="1523936"/>
            <a:chExt cx="904415" cy="472714"/>
          </a:xfrm>
        </p:grpSpPr>
        <p:sp>
          <p:nvSpPr>
            <p:cNvPr id="221" name="Rectangle: Rounded Corners 220">
              <a:extLst>
                <a:ext uri="{FF2B5EF4-FFF2-40B4-BE49-F238E27FC236}">
                  <a16:creationId xmlns:a16="http://schemas.microsoft.com/office/drawing/2014/main" id="{D18E4F80-F647-4BD4-BF61-7BC1BD97677C}"/>
                </a:ext>
              </a:extLst>
            </p:cNvPr>
            <p:cNvSpPr/>
            <p:nvPr/>
          </p:nvSpPr>
          <p:spPr>
            <a:xfrm>
              <a:off x="9962941" y="1523936"/>
              <a:ext cx="853282" cy="47271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2186FA57-26B4-41A0-9636-0524EB9099AF}"/>
                </a:ext>
              </a:extLst>
            </p:cNvPr>
            <p:cNvSpPr txBox="1"/>
            <p:nvPr/>
          </p:nvSpPr>
          <p:spPr>
            <a:xfrm>
              <a:off x="9931287" y="1556389"/>
              <a:ext cx="904415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Dosis" pitchFamily="2" charset="0"/>
                </a:rPr>
                <a:t>cross-entropy</a:t>
              </a:r>
            </a:p>
            <a:p>
              <a:pPr algn="ctr"/>
              <a:r>
                <a:rPr lang="en-US" sz="1050" dirty="0">
                  <a:latin typeface="Dosis" pitchFamily="2" charset="0"/>
                </a:rPr>
                <a:t>loss</a:t>
              </a:r>
            </a:p>
          </p:txBody>
        </p:sp>
      </p:grp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F2702883-33D8-48FA-AC9B-CB4E360EE9B8}"/>
              </a:ext>
            </a:extLst>
          </p:cNvPr>
          <p:cNvSpPr/>
          <p:nvPr/>
        </p:nvSpPr>
        <p:spPr>
          <a:xfrm>
            <a:off x="9886950" y="752163"/>
            <a:ext cx="692150" cy="4642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41F0C20-2BD7-4A0C-BE5A-782945129C65}"/>
              </a:ext>
            </a:extLst>
          </p:cNvPr>
          <p:cNvSpPr txBox="1"/>
          <p:nvPr/>
        </p:nvSpPr>
        <p:spPr>
          <a:xfrm>
            <a:off x="9826991" y="775350"/>
            <a:ext cx="81607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Dosis" pitchFamily="2" charset="0"/>
              </a:rPr>
              <a:t>label</a:t>
            </a:r>
          </a:p>
          <a:p>
            <a:pPr algn="ctr"/>
            <a:r>
              <a:rPr lang="en-US" sz="1050" dirty="0">
                <a:latin typeface="Dosis" pitchFamily="2" charset="0"/>
              </a:rPr>
              <a:t>(same/diff)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59DC2D1-7250-40CE-8515-C10558350B18}"/>
              </a:ext>
            </a:extLst>
          </p:cNvPr>
          <p:cNvCxnSpPr>
            <a:cxnSpLocks/>
            <a:stCxn id="221" idx="0"/>
            <a:endCxn id="230" idx="2"/>
          </p:cNvCxnSpPr>
          <p:nvPr/>
        </p:nvCxnSpPr>
        <p:spPr>
          <a:xfrm flipV="1">
            <a:off x="10228233" y="1216452"/>
            <a:ext cx="4792" cy="296728"/>
          </a:xfrm>
          <a:prstGeom prst="line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62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323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Dosis</vt:lpstr>
      <vt:lpstr>Office Theme</vt:lpstr>
      <vt:lpstr>Self-supervised models of human texture-discrimination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Abhranil Das</dc:creator>
  <cp:lastModifiedBy>Abhranil Das</cp:lastModifiedBy>
  <cp:revision>17</cp:revision>
  <dcterms:created xsi:type="dcterms:W3CDTF">2024-04-17T20:36:41Z</dcterms:created>
  <dcterms:modified xsi:type="dcterms:W3CDTF">2024-05-01T16:07:50Z</dcterms:modified>
</cp:coreProperties>
</file>