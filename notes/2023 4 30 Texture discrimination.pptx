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596" r:id="rId3"/>
    <p:sldId id="595" r:id="rId4"/>
    <p:sldId id="304" r:id="rId5"/>
    <p:sldId id="349" r:id="rId6"/>
    <p:sldId id="490" r:id="rId7"/>
    <p:sldId id="491" r:id="rId8"/>
    <p:sldId id="258" r:id="rId9"/>
    <p:sldId id="597" r:id="rId10"/>
    <p:sldId id="593" r:id="rId11"/>
    <p:sldId id="592" r:id="rId12"/>
    <p:sldId id="594" r:id="rId13"/>
    <p:sldId id="259" r:id="rId14"/>
    <p:sldId id="523" r:id="rId15"/>
    <p:sldId id="52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0357" autoAdjust="0"/>
  </p:normalViewPr>
  <p:slideViewPr>
    <p:cSldViewPr>
      <p:cViewPr varScale="1">
        <p:scale>
          <a:sx n="142" d="100"/>
          <a:sy n="142" d="100"/>
        </p:scale>
        <p:origin x="642" y="126"/>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 Abhranil" userId="9c3bab5a-3d97-44f6-bde7-7d357481cb18" providerId="ADAL" clId="{BE182B76-5DD6-4AAE-8749-B968962B8867}"/>
    <pc:docChg chg="undo custSel modSld">
      <pc:chgData name="Das, Abhranil" userId="9c3bab5a-3d97-44f6-bde7-7d357481cb18" providerId="ADAL" clId="{BE182B76-5DD6-4AAE-8749-B968962B8867}" dt="2024-09-17T18:44:37.491" v="140" actId="33423"/>
      <pc:docMkLst>
        <pc:docMk/>
      </pc:docMkLst>
      <pc:sldChg chg="addSp delSp modSp mod">
        <pc:chgData name="Das, Abhranil" userId="9c3bab5a-3d97-44f6-bde7-7d357481cb18" providerId="ADAL" clId="{BE182B76-5DD6-4AAE-8749-B968962B8867}" dt="2024-09-17T18:44:37.491" v="140" actId="33423"/>
        <pc:sldMkLst>
          <pc:docMk/>
          <pc:sldMk cId="174573562" sldId="304"/>
        </pc:sldMkLst>
        <pc:spChg chg="add del mod">
          <ac:chgData name="Das, Abhranil" userId="9c3bab5a-3d97-44f6-bde7-7d357481cb18" providerId="ADAL" clId="{BE182B76-5DD6-4AAE-8749-B968962B8867}" dt="2024-09-17T18:44:37.491" v="140" actId="33423"/>
          <ac:spMkLst>
            <pc:docMk/>
            <pc:sldMk cId="174573562" sldId="304"/>
            <ac:spMk id="2" creationId="{3309AAC8-5C61-4F62-B267-6F3F852BEBBE}"/>
          </ac:spMkLst>
        </pc:spChg>
        <pc:spChg chg="add del mod">
          <ac:chgData name="Das, Abhranil" userId="9c3bab5a-3d97-44f6-bde7-7d357481cb18" providerId="ADAL" clId="{BE182B76-5DD6-4AAE-8749-B968962B8867}" dt="2024-09-17T18:44:37.490" v="139" actId="33423"/>
          <ac:spMkLst>
            <pc:docMk/>
            <pc:sldMk cId="174573562" sldId="304"/>
            <ac:spMk id="3" creationId="{669828C7-5828-4FE9-A54D-F38459D7B610}"/>
          </ac:spMkLst>
        </pc:spChg>
        <pc:spChg chg="add del mod">
          <ac:chgData name="Das, Abhranil" userId="9c3bab5a-3d97-44f6-bde7-7d357481cb18" providerId="ADAL" clId="{BE182B76-5DD6-4AAE-8749-B968962B8867}" dt="2024-09-17T18:44:37.490" v="138" actId="33423"/>
          <ac:spMkLst>
            <pc:docMk/>
            <pc:sldMk cId="174573562" sldId="304"/>
            <ac:spMk id="4" creationId="{1C797A1D-9BB2-4A6F-BA55-77DCF046EA11}"/>
          </ac:spMkLst>
        </pc:spChg>
        <pc:spChg chg="add del mod">
          <ac:chgData name="Das, Abhranil" userId="9c3bab5a-3d97-44f6-bde7-7d357481cb18" providerId="ADAL" clId="{BE182B76-5DD6-4AAE-8749-B968962B8867}" dt="2024-09-17T18:44:37.490" v="137" actId="33423"/>
          <ac:spMkLst>
            <pc:docMk/>
            <pc:sldMk cId="174573562" sldId="304"/>
            <ac:spMk id="5" creationId="{A50EFFF0-0B9D-48D4-9509-A0EE9EC70C3C}"/>
          </ac:spMkLst>
        </pc:spChg>
        <pc:spChg chg="add del mod">
          <ac:chgData name="Das, Abhranil" userId="9c3bab5a-3d97-44f6-bde7-7d357481cb18" providerId="ADAL" clId="{BE182B76-5DD6-4AAE-8749-B968962B8867}" dt="2024-09-17T18:44:37.489" v="133" actId="33423"/>
          <ac:spMkLst>
            <pc:docMk/>
            <pc:sldMk cId="174573562" sldId="304"/>
            <ac:spMk id="6" creationId="{D90FA46A-BA12-41CB-8C6D-7F1930BEEDAD}"/>
          </ac:spMkLst>
        </pc:spChg>
        <pc:spChg chg="add del mod">
          <ac:chgData name="Das, Abhranil" userId="9c3bab5a-3d97-44f6-bde7-7d357481cb18" providerId="ADAL" clId="{BE182B76-5DD6-4AAE-8749-B968962B8867}" dt="2024-09-17T18:44:37.489" v="136" actId="33423"/>
          <ac:spMkLst>
            <pc:docMk/>
            <pc:sldMk cId="174573562" sldId="304"/>
            <ac:spMk id="14" creationId="{ECB9D991-E834-4320-AC60-D147CBE7AE07}"/>
          </ac:spMkLst>
        </pc:spChg>
        <pc:spChg chg="add del mod">
          <ac:chgData name="Das, Abhranil" userId="9c3bab5a-3d97-44f6-bde7-7d357481cb18" providerId="ADAL" clId="{BE182B76-5DD6-4AAE-8749-B968962B8867}" dt="2024-09-17T18:44:37.489" v="135" actId="33423"/>
          <ac:spMkLst>
            <pc:docMk/>
            <pc:sldMk cId="174573562" sldId="304"/>
            <ac:spMk id="16" creationId="{DCCA7489-A15E-4500-9841-A304A6FBAE86}"/>
          </ac:spMkLst>
        </pc:spChg>
        <pc:spChg chg="add del mod">
          <ac:chgData name="Das, Abhranil" userId="9c3bab5a-3d97-44f6-bde7-7d357481cb18" providerId="ADAL" clId="{BE182B76-5DD6-4AAE-8749-B968962B8867}" dt="2024-09-17T18:44:37.489" v="134" actId="33423"/>
          <ac:spMkLst>
            <pc:docMk/>
            <pc:sldMk cId="174573562" sldId="304"/>
            <ac:spMk id="17" creationId="{E623E3CB-382A-4F10-8299-53F2F76F28C7}"/>
          </ac:spMkLst>
        </pc:spChg>
        <pc:graphicFrameChg chg="add del mod replId">
          <ac:chgData name="Das, Abhranil" userId="9c3bab5a-3d97-44f6-bde7-7d357481cb18" providerId="ADAL" clId="{BE182B76-5DD6-4AAE-8749-B968962B8867}" dt="2024-09-17T18:44:37.491" v="140" actId="33423"/>
          <ac:graphicFrameMkLst>
            <pc:docMk/>
            <pc:sldMk cId="174573562" sldId="304"/>
            <ac:graphicFrameMk id="2" creationId="{3309AAC8-5C61-4F62-B267-6F3F852BEBBE}"/>
          </ac:graphicFrameMkLst>
        </pc:graphicFrameChg>
        <pc:graphicFrameChg chg="add del mod replId">
          <ac:chgData name="Das, Abhranil" userId="9c3bab5a-3d97-44f6-bde7-7d357481cb18" providerId="ADAL" clId="{BE182B76-5DD6-4AAE-8749-B968962B8867}" dt="2024-09-17T18:44:37.490" v="139" actId="33423"/>
          <ac:graphicFrameMkLst>
            <pc:docMk/>
            <pc:sldMk cId="174573562" sldId="304"/>
            <ac:graphicFrameMk id="3" creationId="{669828C7-5828-4FE9-A54D-F38459D7B610}"/>
          </ac:graphicFrameMkLst>
        </pc:graphicFrameChg>
        <pc:graphicFrameChg chg="add del mod replId">
          <ac:chgData name="Das, Abhranil" userId="9c3bab5a-3d97-44f6-bde7-7d357481cb18" providerId="ADAL" clId="{BE182B76-5DD6-4AAE-8749-B968962B8867}" dt="2024-09-17T18:44:37.490" v="138" actId="33423"/>
          <ac:graphicFrameMkLst>
            <pc:docMk/>
            <pc:sldMk cId="174573562" sldId="304"/>
            <ac:graphicFrameMk id="4" creationId="{1C797A1D-9BB2-4A6F-BA55-77DCF046EA11}"/>
          </ac:graphicFrameMkLst>
        </pc:graphicFrameChg>
        <pc:graphicFrameChg chg="add del mod replId">
          <ac:chgData name="Das, Abhranil" userId="9c3bab5a-3d97-44f6-bde7-7d357481cb18" providerId="ADAL" clId="{BE182B76-5DD6-4AAE-8749-B968962B8867}" dt="2024-09-17T18:44:37.490" v="137" actId="33423"/>
          <ac:graphicFrameMkLst>
            <pc:docMk/>
            <pc:sldMk cId="174573562" sldId="304"/>
            <ac:graphicFrameMk id="5" creationId="{A50EFFF0-0B9D-48D4-9509-A0EE9EC70C3C}"/>
          </ac:graphicFrameMkLst>
        </pc:graphicFrameChg>
        <pc:graphicFrameChg chg="add del mod replId">
          <ac:chgData name="Das, Abhranil" userId="9c3bab5a-3d97-44f6-bde7-7d357481cb18" providerId="ADAL" clId="{BE182B76-5DD6-4AAE-8749-B968962B8867}" dt="2024-09-17T18:44:37.489" v="133" actId="33423"/>
          <ac:graphicFrameMkLst>
            <pc:docMk/>
            <pc:sldMk cId="174573562" sldId="304"/>
            <ac:graphicFrameMk id="6" creationId="{D90FA46A-BA12-41CB-8C6D-7F1930BEEDAD}"/>
          </ac:graphicFrameMkLst>
        </pc:graphicFrameChg>
        <pc:graphicFrameChg chg="add del mod replId">
          <ac:chgData name="Das, Abhranil" userId="9c3bab5a-3d97-44f6-bde7-7d357481cb18" providerId="ADAL" clId="{BE182B76-5DD6-4AAE-8749-B968962B8867}" dt="2024-09-17T18:44:37.489" v="136" actId="33423"/>
          <ac:graphicFrameMkLst>
            <pc:docMk/>
            <pc:sldMk cId="174573562" sldId="304"/>
            <ac:graphicFrameMk id="14" creationId="{ECB9D991-E834-4320-AC60-D147CBE7AE07}"/>
          </ac:graphicFrameMkLst>
        </pc:graphicFrameChg>
        <pc:graphicFrameChg chg="add del mod replId">
          <ac:chgData name="Das, Abhranil" userId="9c3bab5a-3d97-44f6-bde7-7d357481cb18" providerId="ADAL" clId="{BE182B76-5DD6-4AAE-8749-B968962B8867}" dt="2024-09-17T18:44:37.489" v="135" actId="33423"/>
          <ac:graphicFrameMkLst>
            <pc:docMk/>
            <pc:sldMk cId="174573562" sldId="304"/>
            <ac:graphicFrameMk id="16" creationId="{DCCA7489-A15E-4500-9841-A304A6FBAE86}"/>
          </ac:graphicFrameMkLst>
        </pc:graphicFrameChg>
        <pc:graphicFrameChg chg="add del mod replId">
          <ac:chgData name="Das, Abhranil" userId="9c3bab5a-3d97-44f6-bde7-7d357481cb18" providerId="ADAL" clId="{BE182B76-5DD6-4AAE-8749-B968962B8867}" dt="2024-09-17T18:44:37.489" v="134" actId="33423"/>
          <ac:graphicFrameMkLst>
            <pc:docMk/>
            <pc:sldMk cId="174573562" sldId="304"/>
            <ac:graphicFrameMk id="17" creationId="{E623E3CB-382A-4F10-8299-53F2F76F28C7}"/>
          </ac:graphicFrameMkLst>
        </pc:graphicFrameChg>
      </pc:sldChg>
      <pc:sldChg chg="addSp delSp modSp mod">
        <pc:chgData name="Das, Abhranil" userId="9c3bab5a-3d97-44f6-bde7-7d357481cb18" providerId="ADAL" clId="{BE182B76-5DD6-4AAE-8749-B968962B8867}" dt="2024-09-17T18:44:37.488" v="132" actId="33423"/>
        <pc:sldMkLst>
          <pc:docMk/>
          <pc:sldMk cId="3742945406" sldId="349"/>
        </pc:sldMkLst>
        <pc:spChg chg="add del">
          <ac:chgData name="Das, Abhranil" userId="9c3bab5a-3d97-44f6-bde7-7d357481cb18" providerId="ADAL" clId="{BE182B76-5DD6-4AAE-8749-B968962B8867}" dt="2024-09-17T18:44:37.488" v="132" actId="33423"/>
          <ac:spMkLst>
            <pc:docMk/>
            <pc:sldMk cId="3742945406" sldId="349"/>
            <ac:spMk id="2" creationId="{741FB266-FE8B-4C72-89F6-FBA53A632794}"/>
          </ac:spMkLst>
        </pc:spChg>
        <pc:spChg chg="add del">
          <ac:chgData name="Das, Abhranil" userId="9c3bab5a-3d97-44f6-bde7-7d357481cb18" providerId="ADAL" clId="{BE182B76-5DD6-4AAE-8749-B968962B8867}" dt="2024-09-17T18:44:37.488" v="131" actId="33423"/>
          <ac:spMkLst>
            <pc:docMk/>
            <pc:sldMk cId="3742945406" sldId="349"/>
            <ac:spMk id="3" creationId="{B46C87B9-02B7-4579-BE6E-F20AE928A535}"/>
          </ac:spMkLst>
        </pc:spChg>
        <pc:spChg chg="add del">
          <ac:chgData name="Das, Abhranil" userId="9c3bab5a-3d97-44f6-bde7-7d357481cb18" providerId="ADAL" clId="{BE182B76-5DD6-4AAE-8749-B968962B8867}" dt="2024-09-17T18:44:37.487" v="130" actId="33423"/>
          <ac:spMkLst>
            <pc:docMk/>
            <pc:sldMk cId="3742945406" sldId="349"/>
            <ac:spMk id="5" creationId="{A0C3156F-EB89-444A-9EA5-34DC5F469CF9}"/>
          </ac:spMkLst>
        </pc:spChg>
        <pc:spChg chg="add del">
          <ac:chgData name="Das, Abhranil" userId="9c3bab5a-3d97-44f6-bde7-7d357481cb18" providerId="ADAL" clId="{BE182B76-5DD6-4AAE-8749-B968962B8867}" dt="2024-09-17T18:44:37.487" v="129" actId="33423"/>
          <ac:spMkLst>
            <pc:docMk/>
            <pc:sldMk cId="3742945406" sldId="349"/>
            <ac:spMk id="6" creationId="{D4DE8215-829E-4D9E-B4A8-561E9B9ACC01}"/>
          </ac:spMkLst>
        </pc:spChg>
        <pc:spChg chg="add del">
          <ac:chgData name="Das, Abhranil" userId="9c3bab5a-3d97-44f6-bde7-7d357481cb18" providerId="ADAL" clId="{BE182B76-5DD6-4AAE-8749-B968962B8867}" dt="2024-09-17T18:44:37.487" v="128" actId="33423"/>
          <ac:spMkLst>
            <pc:docMk/>
            <pc:sldMk cId="3742945406" sldId="349"/>
            <ac:spMk id="7" creationId="{1448C44E-06E3-437B-BD09-A6F63D2A5A0F}"/>
          </ac:spMkLst>
        </pc:spChg>
        <pc:spChg chg="add del">
          <ac:chgData name="Das, Abhranil" userId="9c3bab5a-3d97-44f6-bde7-7d357481cb18" providerId="ADAL" clId="{BE182B76-5DD6-4AAE-8749-B968962B8867}" dt="2024-09-17T18:44:37.486" v="127" actId="33423"/>
          <ac:spMkLst>
            <pc:docMk/>
            <pc:sldMk cId="3742945406" sldId="349"/>
            <ac:spMk id="13" creationId="{1C2F13F2-B3DD-48CA-8934-E0CA09145EAB}"/>
          </ac:spMkLst>
        </pc:spChg>
        <pc:spChg chg="add del">
          <ac:chgData name="Das, Abhranil" userId="9c3bab5a-3d97-44f6-bde7-7d357481cb18" providerId="ADAL" clId="{BE182B76-5DD6-4AAE-8749-B968962B8867}" dt="2024-09-17T18:44:37.486" v="126" actId="33423"/>
          <ac:spMkLst>
            <pc:docMk/>
            <pc:sldMk cId="3742945406" sldId="349"/>
            <ac:spMk id="14" creationId="{968A11DA-3C0E-4B5B-9071-44DE91D4DB53}"/>
          </ac:spMkLst>
        </pc:spChg>
        <pc:spChg chg="add del">
          <ac:chgData name="Das, Abhranil" userId="9c3bab5a-3d97-44f6-bde7-7d357481cb18" providerId="ADAL" clId="{BE182B76-5DD6-4AAE-8749-B968962B8867}" dt="2024-09-17T18:44:37.486" v="125" actId="33423"/>
          <ac:spMkLst>
            <pc:docMk/>
            <pc:sldMk cId="3742945406" sldId="349"/>
            <ac:spMk id="16" creationId="{53DFEE27-93D7-4004-823A-3285DD3727FE}"/>
          </ac:spMkLst>
        </pc:spChg>
        <pc:graphicFrameChg chg="add del mod replId">
          <ac:chgData name="Das, Abhranil" userId="9c3bab5a-3d97-44f6-bde7-7d357481cb18" providerId="ADAL" clId="{BE182B76-5DD6-4AAE-8749-B968962B8867}" dt="2024-09-17T18:44:37.488" v="132" actId="33423"/>
          <ac:graphicFrameMkLst>
            <pc:docMk/>
            <pc:sldMk cId="3742945406" sldId="349"/>
            <ac:graphicFrameMk id="2" creationId="{741FB266-FE8B-4C72-89F6-FBA53A632794}"/>
          </ac:graphicFrameMkLst>
        </pc:graphicFrameChg>
        <pc:graphicFrameChg chg="add del mod replId">
          <ac:chgData name="Das, Abhranil" userId="9c3bab5a-3d97-44f6-bde7-7d357481cb18" providerId="ADAL" clId="{BE182B76-5DD6-4AAE-8749-B968962B8867}" dt="2024-09-17T18:44:37.488" v="131" actId="33423"/>
          <ac:graphicFrameMkLst>
            <pc:docMk/>
            <pc:sldMk cId="3742945406" sldId="349"/>
            <ac:graphicFrameMk id="3" creationId="{B46C87B9-02B7-4579-BE6E-F20AE928A535}"/>
          </ac:graphicFrameMkLst>
        </pc:graphicFrameChg>
        <pc:graphicFrameChg chg="add del mod replId">
          <ac:chgData name="Das, Abhranil" userId="9c3bab5a-3d97-44f6-bde7-7d357481cb18" providerId="ADAL" clId="{BE182B76-5DD6-4AAE-8749-B968962B8867}" dt="2024-09-17T18:44:37.487" v="130" actId="33423"/>
          <ac:graphicFrameMkLst>
            <pc:docMk/>
            <pc:sldMk cId="3742945406" sldId="349"/>
            <ac:graphicFrameMk id="5" creationId="{A0C3156F-EB89-444A-9EA5-34DC5F469CF9}"/>
          </ac:graphicFrameMkLst>
        </pc:graphicFrameChg>
        <pc:graphicFrameChg chg="add del mod replId">
          <ac:chgData name="Das, Abhranil" userId="9c3bab5a-3d97-44f6-bde7-7d357481cb18" providerId="ADAL" clId="{BE182B76-5DD6-4AAE-8749-B968962B8867}" dt="2024-09-17T18:44:37.487" v="129" actId="33423"/>
          <ac:graphicFrameMkLst>
            <pc:docMk/>
            <pc:sldMk cId="3742945406" sldId="349"/>
            <ac:graphicFrameMk id="6" creationId="{D4DE8215-829E-4D9E-B4A8-561E9B9ACC01}"/>
          </ac:graphicFrameMkLst>
        </pc:graphicFrameChg>
        <pc:graphicFrameChg chg="add del mod replId">
          <ac:chgData name="Das, Abhranil" userId="9c3bab5a-3d97-44f6-bde7-7d357481cb18" providerId="ADAL" clId="{BE182B76-5DD6-4AAE-8749-B968962B8867}" dt="2024-09-17T18:44:37.487" v="128" actId="33423"/>
          <ac:graphicFrameMkLst>
            <pc:docMk/>
            <pc:sldMk cId="3742945406" sldId="349"/>
            <ac:graphicFrameMk id="7" creationId="{1448C44E-06E3-437B-BD09-A6F63D2A5A0F}"/>
          </ac:graphicFrameMkLst>
        </pc:graphicFrameChg>
        <pc:graphicFrameChg chg="add del mod replId">
          <ac:chgData name="Das, Abhranil" userId="9c3bab5a-3d97-44f6-bde7-7d357481cb18" providerId="ADAL" clId="{BE182B76-5DD6-4AAE-8749-B968962B8867}" dt="2024-09-17T18:44:37.486" v="127" actId="33423"/>
          <ac:graphicFrameMkLst>
            <pc:docMk/>
            <pc:sldMk cId="3742945406" sldId="349"/>
            <ac:graphicFrameMk id="13" creationId="{1C2F13F2-B3DD-48CA-8934-E0CA09145EAB}"/>
          </ac:graphicFrameMkLst>
        </pc:graphicFrameChg>
        <pc:graphicFrameChg chg="add del mod replId">
          <ac:chgData name="Das, Abhranil" userId="9c3bab5a-3d97-44f6-bde7-7d357481cb18" providerId="ADAL" clId="{BE182B76-5DD6-4AAE-8749-B968962B8867}" dt="2024-09-17T18:44:37.486" v="126" actId="33423"/>
          <ac:graphicFrameMkLst>
            <pc:docMk/>
            <pc:sldMk cId="3742945406" sldId="349"/>
            <ac:graphicFrameMk id="14" creationId="{968A11DA-3C0E-4B5B-9071-44DE91D4DB53}"/>
          </ac:graphicFrameMkLst>
        </pc:graphicFrameChg>
        <pc:graphicFrameChg chg="add del mod replId">
          <ac:chgData name="Das, Abhranil" userId="9c3bab5a-3d97-44f6-bde7-7d357481cb18" providerId="ADAL" clId="{BE182B76-5DD6-4AAE-8749-B968962B8867}" dt="2024-09-17T18:44:37.486" v="125" actId="33423"/>
          <ac:graphicFrameMkLst>
            <pc:docMk/>
            <pc:sldMk cId="3742945406" sldId="349"/>
            <ac:graphicFrameMk id="16" creationId="{53DFEE27-93D7-4004-823A-3285DD3727FE}"/>
          </ac:graphicFrameMkLst>
        </pc:graphicFrameChg>
      </pc:sldChg>
      <pc:sldChg chg="addSp delSp modSp mod">
        <pc:chgData name="Das, Abhranil" userId="9c3bab5a-3d97-44f6-bde7-7d357481cb18" providerId="ADAL" clId="{BE182B76-5DD6-4AAE-8749-B968962B8867}" dt="2024-09-17T18:44:37.485" v="124" actId="33423"/>
        <pc:sldMkLst>
          <pc:docMk/>
          <pc:sldMk cId="3348322352" sldId="490"/>
        </pc:sldMkLst>
        <pc:spChg chg="add del">
          <ac:chgData name="Das, Abhranil" userId="9c3bab5a-3d97-44f6-bde7-7d357481cb18" providerId="ADAL" clId="{BE182B76-5DD6-4AAE-8749-B968962B8867}" dt="2024-09-17T18:44:37.485" v="124" actId="33423"/>
          <ac:spMkLst>
            <pc:docMk/>
            <pc:sldMk cId="3348322352" sldId="490"/>
            <ac:spMk id="3" creationId="{CBE1E21E-2F38-49FA-909E-5FBF8A3C2F5A}"/>
          </ac:spMkLst>
        </pc:spChg>
        <pc:spChg chg="add del">
          <ac:chgData name="Das, Abhranil" userId="9c3bab5a-3d97-44f6-bde7-7d357481cb18" providerId="ADAL" clId="{BE182B76-5DD6-4AAE-8749-B968962B8867}" dt="2024-09-17T18:44:37.485" v="123" actId="33423"/>
          <ac:spMkLst>
            <pc:docMk/>
            <pc:sldMk cId="3348322352" sldId="490"/>
            <ac:spMk id="5" creationId="{B432020F-8C88-4733-9617-1D1CFC508851}"/>
          </ac:spMkLst>
        </pc:spChg>
        <pc:spChg chg="add del">
          <ac:chgData name="Das, Abhranil" userId="9c3bab5a-3d97-44f6-bde7-7d357481cb18" providerId="ADAL" clId="{BE182B76-5DD6-4AAE-8749-B968962B8867}" dt="2024-09-17T18:44:37.484" v="122" actId="33423"/>
          <ac:spMkLst>
            <pc:docMk/>
            <pc:sldMk cId="3348322352" sldId="490"/>
            <ac:spMk id="6" creationId="{8FDEF275-EA15-4FA4-A040-6DFE37D920FA}"/>
          </ac:spMkLst>
        </pc:spChg>
        <pc:spChg chg="add del">
          <ac:chgData name="Das, Abhranil" userId="9c3bab5a-3d97-44f6-bde7-7d357481cb18" providerId="ADAL" clId="{BE182B76-5DD6-4AAE-8749-B968962B8867}" dt="2024-09-17T18:44:37.484" v="121" actId="33423"/>
          <ac:spMkLst>
            <pc:docMk/>
            <pc:sldMk cId="3348322352" sldId="490"/>
            <ac:spMk id="7" creationId="{7AC387CF-E087-48EB-9335-1A9D83E72E02}"/>
          </ac:spMkLst>
        </pc:spChg>
        <pc:spChg chg="add del">
          <ac:chgData name="Das, Abhranil" userId="9c3bab5a-3d97-44f6-bde7-7d357481cb18" providerId="ADAL" clId="{BE182B76-5DD6-4AAE-8749-B968962B8867}" dt="2024-09-17T18:44:37.484" v="120" actId="33423"/>
          <ac:spMkLst>
            <pc:docMk/>
            <pc:sldMk cId="3348322352" sldId="490"/>
            <ac:spMk id="8" creationId="{268066F3-F3EF-46D4-A388-3BCA296F2C1E}"/>
          </ac:spMkLst>
        </pc:spChg>
        <pc:graphicFrameChg chg="add del mod replId">
          <ac:chgData name="Das, Abhranil" userId="9c3bab5a-3d97-44f6-bde7-7d357481cb18" providerId="ADAL" clId="{BE182B76-5DD6-4AAE-8749-B968962B8867}" dt="2024-09-17T18:44:37.485" v="124" actId="33423"/>
          <ac:graphicFrameMkLst>
            <pc:docMk/>
            <pc:sldMk cId="3348322352" sldId="490"/>
            <ac:graphicFrameMk id="3" creationId="{CBE1E21E-2F38-49FA-909E-5FBF8A3C2F5A}"/>
          </ac:graphicFrameMkLst>
        </pc:graphicFrameChg>
        <pc:graphicFrameChg chg="add del mod replId">
          <ac:chgData name="Das, Abhranil" userId="9c3bab5a-3d97-44f6-bde7-7d357481cb18" providerId="ADAL" clId="{BE182B76-5DD6-4AAE-8749-B968962B8867}" dt="2024-09-17T18:44:37.485" v="123" actId="33423"/>
          <ac:graphicFrameMkLst>
            <pc:docMk/>
            <pc:sldMk cId="3348322352" sldId="490"/>
            <ac:graphicFrameMk id="5" creationId="{B432020F-8C88-4733-9617-1D1CFC508851}"/>
          </ac:graphicFrameMkLst>
        </pc:graphicFrameChg>
        <pc:graphicFrameChg chg="add del mod replId">
          <ac:chgData name="Das, Abhranil" userId="9c3bab5a-3d97-44f6-bde7-7d357481cb18" providerId="ADAL" clId="{BE182B76-5DD6-4AAE-8749-B968962B8867}" dt="2024-09-17T18:44:37.484" v="122" actId="33423"/>
          <ac:graphicFrameMkLst>
            <pc:docMk/>
            <pc:sldMk cId="3348322352" sldId="490"/>
            <ac:graphicFrameMk id="6" creationId="{8FDEF275-EA15-4FA4-A040-6DFE37D920FA}"/>
          </ac:graphicFrameMkLst>
        </pc:graphicFrameChg>
        <pc:graphicFrameChg chg="add del mod replId">
          <ac:chgData name="Das, Abhranil" userId="9c3bab5a-3d97-44f6-bde7-7d357481cb18" providerId="ADAL" clId="{BE182B76-5DD6-4AAE-8749-B968962B8867}" dt="2024-09-17T18:44:37.484" v="121" actId="33423"/>
          <ac:graphicFrameMkLst>
            <pc:docMk/>
            <pc:sldMk cId="3348322352" sldId="490"/>
            <ac:graphicFrameMk id="7" creationId="{7AC387CF-E087-48EB-9335-1A9D83E72E02}"/>
          </ac:graphicFrameMkLst>
        </pc:graphicFrameChg>
        <pc:graphicFrameChg chg="add del mod replId">
          <ac:chgData name="Das, Abhranil" userId="9c3bab5a-3d97-44f6-bde7-7d357481cb18" providerId="ADAL" clId="{BE182B76-5DD6-4AAE-8749-B968962B8867}" dt="2024-09-17T18:44:37.484" v="120" actId="33423"/>
          <ac:graphicFrameMkLst>
            <pc:docMk/>
            <pc:sldMk cId="3348322352" sldId="490"/>
            <ac:graphicFrameMk id="8" creationId="{268066F3-F3EF-46D4-A388-3BCA296F2C1E}"/>
          </ac:graphicFrameMkLst>
        </pc:graphicFrameChg>
      </pc:sldChg>
      <pc:sldChg chg="addSp delSp modSp mod">
        <pc:chgData name="Das, Abhranil" userId="9c3bab5a-3d97-44f6-bde7-7d357481cb18" providerId="ADAL" clId="{BE182B76-5DD6-4AAE-8749-B968962B8867}" dt="2024-09-17T18:44:37.483" v="119" actId="33423"/>
        <pc:sldMkLst>
          <pc:docMk/>
          <pc:sldMk cId="2459096951" sldId="491"/>
        </pc:sldMkLst>
        <pc:spChg chg="add del mod">
          <ac:chgData name="Das, Abhranil" userId="9c3bab5a-3d97-44f6-bde7-7d357481cb18" providerId="ADAL" clId="{BE182B76-5DD6-4AAE-8749-B968962B8867}" dt="2024-09-17T18:44:37.483" v="119" actId="33423"/>
          <ac:spMkLst>
            <pc:docMk/>
            <pc:sldMk cId="2459096951" sldId="491"/>
            <ac:spMk id="2" creationId="{EFAEF288-6904-4DEA-9001-FB4F6703FCED}"/>
          </ac:spMkLst>
        </pc:spChg>
        <pc:spChg chg="add mod">
          <ac:chgData name="Das, Abhranil" userId="9c3bab5a-3d97-44f6-bde7-7d357481cb18" providerId="ADAL" clId="{BE182B76-5DD6-4AAE-8749-B968962B8867}" dt="2024-09-17T18:44:19.096" v="7"/>
          <ac:spMkLst>
            <pc:docMk/>
            <pc:sldMk cId="2459096951" sldId="491"/>
            <ac:spMk id="4" creationId="{D380720E-94CE-4503-90ED-3330DDF0CD8F}"/>
          </ac:spMkLst>
        </pc:spChg>
        <pc:spChg chg="add del mod">
          <ac:chgData name="Das, Abhranil" userId="9c3bab5a-3d97-44f6-bde7-7d357481cb18" providerId="ADAL" clId="{BE182B76-5DD6-4AAE-8749-B968962B8867}" dt="2024-09-17T18:44:37.482" v="118" actId="33423"/>
          <ac:spMkLst>
            <pc:docMk/>
            <pc:sldMk cId="2459096951" sldId="491"/>
            <ac:spMk id="6" creationId="{11E26660-D22E-467A-8848-20961786ECAA}"/>
          </ac:spMkLst>
        </pc:spChg>
        <pc:spChg chg="add del mod">
          <ac:chgData name="Das, Abhranil" userId="9c3bab5a-3d97-44f6-bde7-7d357481cb18" providerId="ADAL" clId="{BE182B76-5DD6-4AAE-8749-B968962B8867}" dt="2024-09-17T18:44:37.482" v="117" actId="33423"/>
          <ac:spMkLst>
            <pc:docMk/>
            <pc:sldMk cId="2459096951" sldId="491"/>
            <ac:spMk id="8" creationId="{D38C7989-54FD-4388-A346-81A915DD56DE}"/>
          </ac:spMkLst>
        </pc:spChg>
        <pc:spChg chg="add del mod">
          <ac:chgData name="Das, Abhranil" userId="9c3bab5a-3d97-44f6-bde7-7d357481cb18" providerId="ADAL" clId="{BE182B76-5DD6-4AAE-8749-B968962B8867}" dt="2024-09-17T18:44:37.481" v="116" actId="33423"/>
          <ac:spMkLst>
            <pc:docMk/>
            <pc:sldMk cId="2459096951" sldId="491"/>
            <ac:spMk id="10" creationId="{3D232020-2B4A-4C21-968C-1C4059F60C8B}"/>
          </ac:spMkLst>
        </pc:spChg>
        <pc:spChg chg="add del mod">
          <ac:chgData name="Das, Abhranil" userId="9c3bab5a-3d97-44f6-bde7-7d357481cb18" providerId="ADAL" clId="{BE182B76-5DD6-4AAE-8749-B968962B8867}" dt="2024-09-17T18:44:37.480" v="115" actId="33423"/>
          <ac:spMkLst>
            <pc:docMk/>
            <pc:sldMk cId="2459096951" sldId="491"/>
            <ac:spMk id="11" creationId="{01651C91-08B2-4088-9545-1F4AA080DBE8}"/>
          </ac:spMkLst>
        </pc:spChg>
        <pc:spChg chg="add del mod">
          <ac:chgData name="Das, Abhranil" userId="9c3bab5a-3d97-44f6-bde7-7d357481cb18" providerId="ADAL" clId="{BE182B76-5DD6-4AAE-8749-B968962B8867}" dt="2024-09-17T18:44:37.479" v="114" actId="33423"/>
          <ac:spMkLst>
            <pc:docMk/>
            <pc:sldMk cId="2459096951" sldId="491"/>
            <ac:spMk id="13" creationId="{1D6CC199-07E2-4AE3-BD17-93EB9A10CA5E}"/>
          </ac:spMkLst>
        </pc:spChg>
        <pc:graphicFrameChg chg="add del mod replId">
          <ac:chgData name="Das, Abhranil" userId="9c3bab5a-3d97-44f6-bde7-7d357481cb18" providerId="ADAL" clId="{BE182B76-5DD6-4AAE-8749-B968962B8867}" dt="2024-09-17T18:44:37.483" v="119" actId="33423"/>
          <ac:graphicFrameMkLst>
            <pc:docMk/>
            <pc:sldMk cId="2459096951" sldId="491"/>
            <ac:graphicFrameMk id="2" creationId="{EFAEF288-6904-4DEA-9001-FB4F6703FCED}"/>
          </ac:graphicFrameMkLst>
        </pc:graphicFrameChg>
        <pc:graphicFrameChg chg="del mod replId">
          <ac:chgData name="Das, Abhranil" userId="9c3bab5a-3d97-44f6-bde7-7d357481cb18" providerId="ADAL" clId="{BE182B76-5DD6-4AAE-8749-B968962B8867}" dt="2024-09-17T18:44:08.187" v="1"/>
          <ac:graphicFrameMkLst>
            <pc:docMk/>
            <pc:sldMk cId="2459096951" sldId="491"/>
            <ac:graphicFrameMk id="3" creationId="{D380720E-94CE-4503-90ED-3330DDF0CD8F}"/>
          </ac:graphicFrameMkLst>
        </pc:graphicFrameChg>
        <pc:graphicFrameChg chg="add del mod replId">
          <ac:chgData name="Das, Abhranil" userId="9c3bab5a-3d97-44f6-bde7-7d357481cb18" providerId="ADAL" clId="{BE182B76-5DD6-4AAE-8749-B968962B8867}" dt="2024-09-17T18:44:37.482" v="118" actId="33423"/>
          <ac:graphicFrameMkLst>
            <pc:docMk/>
            <pc:sldMk cId="2459096951" sldId="491"/>
            <ac:graphicFrameMk id="6" creationId="{11E26660-D22E-467A-8848-20961786ECAA}"/>
          </ac:graphicFrameMkLst>
        </pc:graphicFrameChg>
        <pc:graphicFrameChg chg="add del mod replId">
          <ac:chgData name="Das, Abhranil" userId="9c3bab5a-3d97-44f6-bde7-7d357481cb18" providerId="ADAL" clId="{BE182B76-5DD6-4AAE-8749-B968962B8867}" dt="2024-09-17T18:44:37.482" v="117" actId="33423"/>
          <ac:graphicFrameMkLst>
            <pc:docMk/>
            <pc:sldMk cId="2459096951" sldId="491"/>
            <ac:graphicFrameMk id="8" creationId="{D38C7989-54FD-4388-A346-81A915DD56DE}"/>
          </ac:graphicFrameMkLst>
        </pc:graphicFrameChg>
        <pc:graphicFrameChg chg="add del mod replId">
          <ac:chgData name="Das, Abhranil" userId="9c3bab5a-3d97-44f6-bde7-7d357481cb18" providerId="ADAL" clId="{BE182B76-5DD6-4AAE-8749-B968962B8867}" dt="2024-09-17T18:44:37.481" v="116" actId="33423"/>
          <ac:graphicFrameMkLst>
            <pc:docMk/>
            <pc:sldMk cId="2459096951" sldId="491"/>
            <ac:graphicFrameMk id="10" creationId="{3D232020-2B4A-4C21-968C-1C4059F60C8B}"/>
          </ac:graphicFrameMkLst>
        </pc:graphicFrameChg>
        <pc:graphicFrameChg chg="add del mod replId">
          <ac:chgData name="Das, Abhranil" userId="9c3bab5a-3d97-44f6-bde7-7d357481cb18" providerId="ADAL" clId="{BE182B76-5DD6-4AAE-8749-B968962B8867}" dt="2024-09-17T18:44:37.480" v="115" actId="33423"/>
          <ac:graphicFrameMkLst>
            <pc:docMk/>
            <pc:sldMk cId="2459096951" sldId="491"/>
            <ac:graphicFrameMk id="11" creationId="{01651C91-08B2-4088-9545-1F4AA080DBE8}"/>
          </ac:graphicFrameMkLst>
        </pc:graphicFrameChg>
        <pc:graphicFrameChg chg="add del mod replId">
          <ac:chgData name="Das, Abhranil" userId="9c3bab5a-3d97-44f6-bde7-7d357481cb18" providerId="ADAL" clId="{BE182B76-5DD6-4AAE-8749-B968962B8867}" dt="2024-09-17T18:44:37.479" v="114" actId="33423"/>
          <ac:graphicFrameMkLst>
            <pc:docMk/>
            <pc:sldMk cId="2459096951" sldId="491"/>
            <ac:graphicFrameMk id="13" creationId="{1D6CC199-07E2-4AE3-BD17-93EB9A10CA5E}"/>
          </ac:graphicFrameMkLst>
        </pc:graphicFrameChg>
      </pc:sldChg>
      <pc:sldChg chg="addSp delSp modSp mod">
        <pc:chgData name="Das, Abhranil" userId="9c3bab5a-3d97-44f6-bde7-7d357481cb18" providerId="ADAL" clId="{BE182B76-5DD6-4AAE-8749-B968962B8867}" dt="2024-09-17T18:44:37.476" v="107" actId="33423"/>
        <pc:sldMkLst>
          <pc:docMk/>
          <pc:sldMk cId="4038897999" sldId="592"/>
        </pc:sldMkLst>
        <pc:spChg chg="add del mod">
          <ac:chgData name="Das, Abhranil" userId="9c3bab5a-3d97-44f6-bde7-7d357481cb18" providerId="ADAL" clId="{BE182B76-5DD6-4AAE-8749-B968962B8867}" dt="2024-09-17T18:44:37.476" v="107" actId="33423"/>
          <ac:spMkLst>
            <pc:docMk/>
            <pc:sldMk cId="4038897999" sldId="592"/>
            <ac:spMk id="4" creationId="{928714ED-2F7A-42CF-A00C-9367A18C2A65}"/>
          </ac:spMkLst>
        </pc:spChg>
        <pc:spChg chg="add del mod">
          <ac:chgData name="Das, Abhranil" userId="9c3bab5a-3d97-44f6-bde7-7d357481cb18" providerId="ADAL" clId="{BE182B76-5DD6-4AAE-8749-B968962B8867}" dt="2024-09-17T18:44:37.476" v="106" actId="33423"/>
          <ac:spMkLst>
            <pc:docMk/>
            <pc:sldMk cId="4038897999" sldId="592"/>
            <ac:spMk id="7" creationId="{DD50086B-F343-46D2-BFC1-57B09075DFB4}"/>
          </ac:spMkLst>
        </pc:spChg>
        <pc:spChg chg="add del mod">
          <ac:chgData name="Das, Abhranil" userId="9c3bab5a-3d97-44f6-bde7-7d357481cb18" providerId="ADAL" clId="{BE182B76-5DD6-4AAE-8749-B968962B8867}" dt="2024-09-17T18:44:37.476" v="105" actId="33423"/>
          <ac:spMkLst>
            <pc:docMk/>
            <pc:sldMk cId="4038897999" sldId="592"/>
            <ac:spMk id="8" creationId="{2F9DB74B-DA2B-4CD3-94AD-81829EA2BA52}"/>
          </ac:spMkLst>
        </pc:spChg>
        <pc:spChg chg="add del mod">
          <ac:chgData name="Das, Abhranil" userId="9c3bab5a-3d97-44f6-bde7-7d357481cb18" providerId="ADAL" clId="{BE182B76-5DD6-4AAE-8749-B968962B8867}" dt="2024-09-17T18:44:37.476" v="104" actId="33423"/>
          <ac:spMkLst>
            <pc:docMk/>
            <pc:sldMk cId="4038897999" sldId="592"/>
            <ac:spMk id="10" creationId="{FAD88419-0EFB-464D-8591-30812EE00C6C}"/>
          </ac:spMkLst>
        </pc:spChg>
        <pc:spChg chg="add del mod">
          <ac:chgData name="Das, Abhranil" userId="9c3bab5a-3d97-44f6-bde7-7d357481cb18" providerId="ADAL" clId="{BE182B76-5DD6-4AAE-8749-B968962B8867}" dt="2024-09-17T18:44:37.476" v="103" actId="33423"/>
          <ac:spMkLst>
            <pc:docMk/>
            <pc:sldMk cId="4038897999" sldId="592"/>
            <ac:spMk id="12" creationId="{11967574-0BE7-46EB-A631-E8CD78E8779B}"/>
          </ac:spMkLst>
        </pc:spChg>
        <pc:spChg chg="add del mod">
          <ac:chgData name="Das, Abhranil" userId="9c3bab5a-3d97-44f6-bde7-7d357481cb18" providerId="ADAL" clId="{BE182B76-5DD6-4AAE-8749-B968962B8867}" dt="2024-09-17T18:44:37.461" v="102" actId="33423"/>
          <ac:spMkLst>
            <pc:docMk/>
            <pc:sldMk cId="4038897999" sldId="592"/>
            <ac:spMk id="13" creationId="{7F3EC240-C6A3-4090-A2A2-DF8BCAEFD74E}"/>
          </ac:spMkLst>
        </pc:spChg>
        <pc:graphicFrameChg chg="add del mod replId">
          <ac:chgData name="Das, Abhranil" userId="9c3bab5a-3d97-44f6-bde7-7d357481cb18" providerId="ADAL" clId="{BE182B76-5DD6-4AAE-8749-B968962B8867}" dt="2024-09-17T18:44:37.476" v="107" actId="33423"/>
          <ac:graphicFrameMkLst>
            <pc:docMk/>
            <pc:sldMk cId="4038897999" sldId="592"/>
            <ac:graphicFrameMk id="4" creationId="{928714ED-2F7A-42CF-A00C-9367A18C2A65}"/>
          </ac:graphicFrameMkLst>
        </pc:graphicFrameChg>
        <pc:graphicFrameChg chg="add del mod replId">
          <ac:chgData name="Das, Abhranil" userId="9c3bab5a-3d97-44f6-bde7-7d357481cb18" providerId="ADAL" clId="{BE182B76-5DD6-4AAE-8749-B968962B8867}" dt="2024-09-17T18:44:37.476" v="106" actId="33423"/>
          <ac:graphicFrameMkLst>
            <pc:docMk/>
            <pc:sldMk cId="4038897999" sldId="592"/>
            <ac:graphicFrameMk id="7" creationId="{DD50086B-F343-46D2-BFC1-57B09075DFB4}"/>
          </ac:graphicFrameMkLst>
        </pc:graphicFrameChg>
        <pc:graphicFrameChg chg="add del mod replId">
          <ac:chgData name="Das, Abhranil" userId="9c3bab5a-3d97-44f6-bde7-7d357481cb18" providerId="ADAL" clId="{BE182B76-5DD6-4AAE-8749-B968962B8867}" dt="2024-09-17T18:44:37.476" v="105" actId="33423"/>
          <ac:graphicFrameMkLst>
            <pc:docMk/>
            <pc:sldMk cId="4038897999" sldId="592"/>
            <ac:graphicFrameMk id="8" creationId="{2F9DB74B-DA2B-4CD3-94AD-81829EA2BA52}"/>
          </ac:graphicFrameMkLst>
        </pc:graphicFrameChg>
        <pc:graphicFrameChg chg="add del mod replId">
          <ac:chgData name="Das, Abhranil" userId="9c3bab5a-3d97-44f6-bde7-7d357481cb18" providerId="ADAL" clId="{BE182B76-5DD6-4AAE-8749-B968962B8867}" dt="2024-09-17T18:44:37.476" v="104" actId="33423"/>
          <ac:graphicFrameMkLst>
            <pc:docMk/>
            <pc:sldMk cId="4038897999" sldId="592"/>
            <ac:graphicFrameMk id="10" creationId="{FAD88419-0EFB-464D-8591-30812EE00C6C}"/>
          </ac:graphicFrameMkLst>
        </pc:graphicFrameChg>
        <pc:graphicFrameChg chg="add del mod replId">
          <ac:chgData name="Das, Abhranil" userId="9c3bab5a-3d97-44f6-bde7-7d357481cb18" providerId="ADAL" clId="{BE182B76-5DD6-4AAE-8749-B968962B8867}" dt="2024-09-17T18:44:37.476" v="103" actId="33423"/>
          <ac:graphicFrameMkLst>
            <pc:docMk/>
            <pc:sldMk cId="4038897999" sldId="592"/>
            <ac:graphicFrameMk id="12" creationId="{11967574-0BE7-46EB-A631-E8CD78E8779B}"/>
          </ac:graphicFrameMkLst>
        </pc:graphicFrameChg>
        <pc:graphicFrameChg chg="add del mod replId">
          <ac:chgData name="Das, Abhranil" userId="9c3bab5a-3d97-44f6-bde7-7d357481cb18" providerId="ADAL" clId="{BE182B76-5DD6-4AAE-8749-B968962B8867}" dt="2024-09-17T18:44:37.461" v="102" actId="33423"/>
          <ac:graphicFrameMkLst>
            <pc:docMk/>
            <pc:sldMk cId="4038897999" sldId="592"/>
            <ac:graphicFrameMk id="13" creationId="{7F3EC240-C6A3-4090-A2A2-DF8BCAEFD74E}"/>
          </ac:graphicFrameMkLst>
        </pc:graphicFrameChg>
      </pc:sldChg>
      <pc:sldChg chg="addSp delSp modSp mod">
        <pc:chgData name="Das, Abhranil" userId="9c3bab5a-3d97-44f6-bde7-7d357481cb18" providerId="ADAL" clId="{BE182B76-5DD6-4AAE-8749-B968962B8867}" dt="2024-09-17T18:44:37.478" v="113" actId="33423"/>
        <pc:sldMkLst>
          <pc:docMk/>
          <pc:sldMk cId="2090922276" sldId="593"/>
        </pc:sldMkLst>
        <pc:spChg chg="add del mod">
          <ac:chgData name="Das, Abhranil" userId="9c3bab5a-3d97-44f6-bde7-7d357481cb18" providerId="ADAL" clId="{BE182B76-5DD6-4AAE-8749-B968962B8867}" dt="2024-09-17T18:44:37.478" v="113" actId="33423"/>
          <ac:spMkLst>
            <pc:docMk/>
            <pc:sldMk cId="2090922276" sldId="593"/>
            <ac:spMk id="3" creationId="{BAB55A0E-9ED7-45A0-8ADE-2807147DB857}"/>
          </ac:spMkLst>
        </pc:spChg>
        <pc:spChg chg="add del mod">
          <ac:chgData name="Das, Abhranil" userId="9c3bab5a-3d97-44f6-bde7-7d357481cb18" providerId="ADAL" clId="{BE182B76-5DD6-4AAE-8749-B968962B8867}" dt="2024-09-17T18:44:37.478" v="112" actId="33423"/>
          <ac:spMkLst>
            <pc:docMk/>
            <pc:sldMk cId="2090922276" sldId="593"/>
            <ac:spMk id="5" creationId="{82DC6B4A-2574-4FD8-84C8-9CAD93FBA0CB}"/>
          </ac:spMkLst>
        </pc:spChg>
        <pc:spChg chg="add del mod">
          <ac:chgData name="Das, Abhranil" userId="9c3bab5a-3d97-44f6-bde7-7d357481cb18" providerId="ADAL" clId="{BE182B76-5DD6-4AAE-8749-B968962B8867}" dt="2024-09-17T18:44:37.478" v="111" actId="33423"/>
          <ac:spMkLst>
            <pc:docMk/>
            <pc:sldMk cId="2090922276" sldId="593"/>
            <ac:spMk id="6" creationId="{C5B1BBD2-4A8E-462D-AAB7-B9A95753C53B}"/>
          </ac:spMkLst>
        </pc:spChg>
        <pc:spChg chg="add del mod">
          <ac:chgData name="Das, Abhranil" userId="9c3bab5a-3d97-44f6-bde7-7d357481cb18" providerId="ADAL" clId="{BE182B76-5DD6-4AAE-8749-B968962B8867}" dt="2024-09-17T18:44:37.476" v="110" actId="33423"/>
          <ac:spMkLst>
            <pc:docMk/>
            <pc:sldMk cId="2090922276" sldId="593"/>
            <ac:spMk id="7" creationId="{4A28BB05-D627-4908-9C0B-F3E2BC0695A6}"/>
          </ac:spMkLst>
        </pc:spChg>
        <pc:spChg chg="add del mod">
          <ac:chgData name="Das, Abhranil" userId="9c3bab5a-3d97-44f6-bde7-7d357481cb18" providerId="ADAL" clId="{BE182B76-5DD6-4AAE-8749-B968962B8867}" dt="2024-09-17T18:44:37.476" v="109" actId="33423"/>
          <ac:spMkLst>
            <pc:docMk/>
            <pc:sldMk cId="2090922276" sldId="593"/>
            <ac:spMk id="8" creationId="{C8975C1B-62E0-42B3-A5CE-6AE4E5FCBFFC}"/>
          </ac:spMkLst>
        </pc:spChg>
        <pc:spChg chg="add del mod">
          <ac:chgData name="Das, Abhranil" userId="9c3bab5a-3d97-44f6-bde7-7d357481cb18" providerId="ADAL" clId="{BE182B76-5DD6-4AAE-8749-B968962B8867}" dt="2024-09-17T18:44:37.476" v="108" actId="33423"/>
          <ac:spMkLst>
            <pc:docMk/>
            <pc:sldMk cId="2090922276" sldId="593"/>
            <ac:spMk id="12" creationId="{C5D6EA30-7215-4F8D-A675-ED0647AF199F}"/>
          </ac:spMkLst>
        </pc:spChg>
        <pc:graphicFrameChg chg="add del mod replId">
          <ac:chgData name="Das, Abhranil" userId="9c3bab5a-3d97-44f6-bde7-7d357481cb18" providerId="ADAL" clId="{BE182B76-5DD6-4AAE-8749-B968962B8867}" dt="2024-09-17T18:44:37.478" v="113" actId="33423"/>
          <ac:graphicFrameMkLst>
            <pc:docMk/>
            <pc:sldMk cId="2090922276" sldId="593"/>
            <ac:graphicFrameMk id="3" creationId="{BAB55A0E-9ED7-45A0-8ADE-2807147DB857}"/>
          </ac:graphicFrameMkLst>
        </pc:graphicFrameChg>
        <pc:graphicFrameChg chg="add del mod replId">
          <ac:chgData name="Das, Abhranil" userId="9c3bab5a-3d97-44f6-bde7-7d357481cb18" providerId="ADAL" clId="{BE182B76-5DD6-4AAE-8749-B968962B8867}" dt="2024-09-17T18:44:37.478" v="112" actId="33423"/>
          <ac:graphicFrameMkLst>
            <pc:docMk/>
            <pc:sldMk cId="2090922276" sldId="593"/>
            <ac:graphicFrameMk id="5" creationId="{82DC6B4A-2574-4FD8-84C8-9CAD93FBA0CB}"/>
          </ac:graphicFrameMkLst>
        </pc:graphicFrameChg>
        <pc:graphicFrameChg chg="add del mod replId">
          <ac:chgData name="Das, Abhranil" userId="9c3bab5a-3d97-44f6-bde7-7d357481cb18" providerId="ADAL" clId="{BE182B76-5DD6-4AAE-8749-B968962B8867}" dt="2024-09-17T18:44:37.478" v="111" actId="33423"/>
          <ac:graphicFrameMkLst>
            <pc:docMk/>
            <pc:sldMk cId="2090922276" sldId="593"/>
            <ac:graphicFrameMk id="6" creationId="{C5B1BBD2-4A8E-462D-AAB7-B9A95753C53B}"/>
          </ac:graphicFrameMkLst>
        </pc:graphicFrameChg>
        <pc:graphicFrameChg chg="add del mod replId">
          <ac:chgData name="Das, Abhranil" userId="9c3bab5a-3d97-44f6-bde7-7d357481cb18" providerId="ADAL" clId="{BE182B76-5DD6-4AAE-8749-B968962B8867}" dt="2024-09-17T18:44:37.476" v="110" actId="33423"/>
          <ac:graphicFrameMkLst>
            <pc:docMk/>
            <pc:sldMk cId="2090922276" sldId="593"/>
            <ac:graphicFrameMk id="7" creationId="{4A28BB05-D627-4908-9C0B-F3E2BC0695A6}"/>
          </ac:graphicFrameMkLst>
        </pc:graphicFrameChg>
        <pc:graphicFrameChg chg="add del mod replId">
          <ac:chgData name="Das, Abhranil" userId="9c3bab5a-3d97-44f6-bde7-7d357481cb18" providerId="ADAL" clId="{BE182B76-5DD6-4AAE-8749-B968962B8867}" dt="2024-09-17T18:44:37.476" v="109" actId="33423"/>
          <ac:graphicFrameMkLst>
            <pc:docMk/>
            <pc:sldMk cId="2090922276" sldId="593"/>
            <ac:graphicFrameMk id="8" creationId="{C8975C1B-62E0-42B3-A5CE-6AE4E5FCBFFC}"/>
          </ac:graphicFrameMkLst>
        </pc:graphicFrameChg>
        <pc:graphicFrameChg chg="add del mod replId">
          <ac:chgData name="Das, Abhranil" userId="9c3bab5a-3d97-44f6-bde7-7d357481cb18" providerId="ADAL" clId="{BE182B76-5DD6-4AAE-8749-B968962B8867}" dt="2024-09-17T18:44:37.476" v="108" actId="33423"/>
          <ac:graphicFrameMkLst>
            <pc:docMk/>
            <pc:sldMk cId="2090922276" sldId="593"/>
            <ac:graphicFrameMk id="12" creationId="{C5D6EA30-7215-4F8D-A675-ED0647AF199F}"/>
          </ac:graphicFrameMkLst>
        </pc:graphicFrameChg>
      </pc:sldChg>
      <pc:sldChg chg="addSp delSp modSp mod">
        <pc:chgData name="Das, Abhranil" userId="9c3bab5a-3d97-44f6-bde7-7d357481cb18" providerId="ADAL" clId="{BE182B76-5DD6-4AAE-8749-B968962B8867}" dt="2024-09-17T18:44:37.461" v="101" actId="33423"/>
        <pc:sldMkLst>
          <pc:docMk/>
          <pc:sldMk cId="338755289" sldId="594"/>
        </pc:sldMkLst>
        <pc:spChg chg="add del mod">
          <ac:chgData name="Das, Abhranil" userId="9c3bab5a-3d97-44f6-bde7-7d357481cb18" providerId="ADAL" clId="{BE182B76-5DD6-4AAE-8749-B968962B8867}" dt="2024-09-17T18:44:37.461" v="101" actId="33423"/>
          <ac:spMkLst>
            <pc:docMk/>
            <pc:sldMk cId="338755289" sldId="594"/>
            <ac:spMk id="4" creationId="{928714ED-2F7A-42CF-A00C-9367A18C2A65}"/>
          </ac:spMkLst>
        </pc:spChg>
        <pc:spChg chg="add del mod">
          <ac:chgData name="Das, Abhranil" userId="9c3bab5a-3d97-44f6-bde7-7d357481cb18" providerId="ADAL" clId="{BE182B76-5DD6-4AAE-8749-B968962B8867}" dt="2024-09-17T18:44:37.461" v="100" actId="33423"/>
          <ac:spMkLst>
            <pc:docMk/>
            <pc:sldMk cId="338755289" sldId="594"/>
            <ac:spMk id="7" creationId="{DD50086B-F343-46D2-BFC1-57B09075DFB4}"/>
          </ac:spMkLst>
        </pc:spChg>
        <pc:spChg chg="add del mod">
          <ac:chgData name="Das, Abhranil" userId="9c3bab5a-3d97-44f6-bde7-7d357481cb18" providerId="ADAL" clId="{BE182B76-5DD6-4AAE-8749-B968962B8867}" dt="2024-09-17T18:44:37.461" v="99" actId="33423"/>
          <ac:spMkLst>
            <pc:docMk/>
            <pc:sldMk cId="338755289" sldId="594"/>
            <ac:spMk id="8" creationId="{2F9DB74B-DA2B-4CD3-94AD-81829EA2BA52}"/>
          </ac:spMkLst>
        </pc:spChg>
        <pc:spChg chg="add del mod">
          <ac:chgData name="Das, Abhranil" userId="9c3bab5a-3d97-44f6-bde7-7d357481cb18" providerId="ADAL" clId="{BE182B76-5DD6-4AAE-8749-B968962B8867}" dt="2024-09-17T18:44:37.461" v="98" actId="33423"/>
          <ac:spMkLst>
            <pc:docMk/>
            <pc:sldMk cId="338755289" sldId="594"/>
            <ac:spMk id="12" creationId="{11967574-0BE7-46EB-A631-E8CD78E8779B}"/>
          </ac:spMkLst>
        </pc:spChg>
        <pc:spChg chg="add del mod">
          <ac:chgData name="Das, Abhranil" userId="9c3bab5a-3d97-44f6-bde7-7d357481cb18" providerId="ADAL" clId="{BE182B76-5DD6-4AAE-8749-B968962B8867}" dt="2024-09-17T18:44:37.461" v="97" actId="33423"/>
          <ac:spMkLst>
            <pc:docMk/>
            <pc:sldMk cId="338755289" sldId="594"/>
            <ac:spMk id="13" creationId="{7F3EC240-C6A3-4090-A2A2-DF8BCAEFD74E}"/>
          </ac:spMkLst>
        </pc:spChg>
        <pc:spChg chg="add del mod">
          <ac:chgData name="Das, Abhranil" userId="9c3bab5a-3d97-44f6-bde7-7d357481cb18" providerId="ADAL" clId="{BE182B76-5DD6-4AAE-8749-B968962B8867}" dt="2024-09-17T18:44:37.461" v="96" actId="33423"/>
          <ac:spMkLst>
            <pc:docMk/>
            <pc:sldMk cId="338755289" sldId="594"/>
            <ac:spMk id="14" creationId="{C1014203-4B7E-42D8-BBE8-F7E1B0C9CDC2}"/>
          </ac:spMkLst>
        </pc:spChg>
        <pc:spChg chg="add del mod">
          <ac:chgData name="Das, Abhranil" userId="9c3bab5a-3d97-44f6-bde7-7d357481cb18" providerId="ADAL" clId="{BE182B76-5DD6-4AAE-8749-B968962B8867}" dt="2024-09-17T18:44:37.461" v="95" actId="33423"/>
          <ac:spMkLst>
            <pc:docMk/>
            <pc:sldMk cId="338755289" sldId="594"/>
            <ac:spMk id="15" creationId="{B6FF4D11-D4D2-41A0-955B-CD2314601CF8}"/>
          </ac:spMkLst>
        </pc:spChg>
        <pc:spChg chg="add del mod">
          <ac:chgData name="Das, Abhranil" userId="9c3bab5a-3d97-44f6-bde7-7d357481cb18" providerId="ADAL" clId="{BE182B76-5DD6-4AAE-8749-B968962B8867}" dt="2024-09-17T18:44:37.461" v="94" actId="33423"/>
          <ac:spMkLst>
            <pc:docMk/>
            <pc:sldMk cId="338755289" sldId="594"/>
            <ac:spMk id="16" creationId="{03AFC854-968B-4CAD-886E-5924593A04B2}"/>
          </ac:spMkLst>
        </pc:spChg>
        <pc:spChg chg="add del mod">
          <ac:chgData name="Das, Abhranil" userId="9c3bab5a-3d97-44f6-bde7-7d357481cb18" providerId="ADAL" clId="{BE182B76-5DD6-4AAE-8749-B968962B8867}" dt="2024-09-17T18:44:37.461" v="93" actId="33423"/>
          <ac:spMkLst>
            <pc:docMk/>
            <pc:sldMk cId="338755289" sldId="594"/>
            <ac:spMk id="17" creationId="{81EF2CFB-C4A3-4CE5-AFBA-906CA92DD6AA}"/>
          </ac:spMkLst>
        </pc:spChg>
        <pc:graphicFrameChg chg="add del mod replId">
          <ac:chgData name="Das, Abhranil" userId="9c3bab5a-3d97-44f6-bde7-7d357481cb18" providerId="ADAL" clId="{BE182B76-5DD6-4AAE-8749-B968962B8867}" dt="2024-09-17T18:44:37.461" v="101" actId="33423"/>
          <ac:graphicFrameMkLst>
            <pc:docMk/>
            <pc:sldMk cId="338755289" sldId="594"/>
            <ac:graphicFrameMk id="4" creationId="{928714ED-2F7A-42CF-A00C-9367A18C2A65}"/>
          </ac:graphicFrameMkLst>
        </pc:graphicFrameChg>
        <pc:graphicFrameChg chg="add del mod replId">
          <ac:chgData name="Das, Abhranil" userId="9c3bab5a-3d97-44f6-bde7-7d357481cb18" providerId="ADAL" clId="{BE182B76-5DD6-4AAE-8749-B968962B8867}" dt="2024-09-17T18:44:37.461" v="100" actId="33423"/>
          <ac:graphicFrameMkLst>
            <pc:docMk/>
            <pc:sldMk cId="338755289" sldId="594"/>
            <ac:graphicFrameMk id="7" creationId="{DD50086B-F343-46D2-BFC1-57B09075DFB4}"/>
          </ac:graphicFrameMkLst>
        </pc:graphicFrameChg>
        <pc:graphicFrameChg chg="add del mod replId">
          <ac:chgData name="Das, Abhranil" userId="9c3bab5a-3d97-44f6-bde7-7d357481cb18" providerId="ADAL" clId="{BE182B76-5DD6-4AAE-8749-B968962B8867}" dt="2024-09-17T18:44:37.461" v="99" actId="33423"/>
          <ac:graphicFrameMkLst>
            <pc:docMk/>
            <pc:sldMk cId="338755289" sldId="594"/>
            <ac:graphicFrameMk id="8" creationId="{2F9DB74B-DA2B-4CD3-94AD-81829EA2BA52}"/>
          </ac:graphicFrameMkLst>
        </pc:graphicFrameChg>
        <pc:graphicFrameChg chg="add del mod replId">
          <ac:chgData name="Das, Abhranil" userId="9c3bab5a-3d97-44f6-bde7-7d357481cb18" providerId="ADAL" clId="{BE182B76-5DD6-4AAE-8749-B968962B8867}" dt="2024-09-17T18:44:37.461" v="98" actId="33423"/>
          <ac:graphicFrameMkLst>
            <pc:docMk/>
            <pc:sldMk cId="338755289" sldId="594"/>
            <ac:graphicFrameMk id="12" creationId="{11967574-0BE7-46EB-A631-E8CD78E8779B}"/>
          </ac:graphicFrameMkLst>
        </pc:graphicFrameChg>
        <pc:graphicFrameChg chg="add del mod replId">
          <ac:chgData name="Das, Abhranil" userId="9c3bab5a-3d97-44f6-bde7-7d357481cb18" providerId="ADAL" clId="{BE182B76-5DD6-4AAE-8749-B968962B8867}" dt="2024-09-17T18:44:37.461" v="97" actId="33423"/>
          <ac:graphicFrameMkLst>
            <pc:docMk/>
            <pc:sldMk cId="338755289" sldId="594"/>
            <ac:graphicFrameMk id="13" creationId="{7F3EC240-C6A3-4090-A2A2-DF8BCAEFD74E}"/>
          </ac:graphicFrameMkLst>
        </pc:graphicFrameChg>
        <pc:graphicFrameChg chg="add del mod replId">
          <ac:chgData name="Das, Abhranil" userId="9c3bab5a-3d97-44f6-bde7-7d357481cb18" providerId="ADAL" clId="{BE182B76-5DD6-4AAE-8749-B968962B8867}" dt="2024-09-17T18:44:37.461" v="96" actId="33423"/>
          <ac:graphicFrameMkLst>
            <pc:docMk/>
            <pc:sldMk cId="338755289" sldId="594"/>
            <ac:graphicFrameMk id="14" creationId="{C1014203-4B7E-42D8-BBE8-F7E1B0C9CDC2}"/>
          </ac:graphicFrameMkLst>
        </pc:graphicFrameChg>
        <pc:graphicFrameChg chg="add del mod replId">
          <ac:chgData name="Das, Abhranil" userId="9c3bab5a-3d97-44f6-bde7-7d357481cb18" providerId="ADAL" clId="{BE182B76-5DD6-4AAE-8749-B968962B8867}" dt="2024-09-17T18:44:37.461" v="95" actId="33423"/>
          <ac:graphicFrameMkLst>
            <pc:docMk/>
            <pc:sldMk cId="338755289" sldId="594"/>
            <ac:graphicFrameMk id="15" creationId="{B6FF4D11-D4D2-41A0-955B-CD2314601CF8}"/>
          </ac:graphicFrameMkLst>
        </pc:graphicFrameChg>
        <pc:graphicFrameChg chg="add del mod replId">
          <ac:chgData name="Das, Abhranil" userId="9c3bab5a-3d97-44f6-bde7-7d357481cb18" providerId="ADAL" clId="{BE182B76-5DD6-4AAE-8749-B968962B8867}" dt="2024-09-17T18:44:37.461" v="94" actId="33423"/>
          <ac:graphicFrameMkLst>
            <pc:docMk/>
            <pc:sldMk cId="338755289" sldId="594"/>
            <ac:graphicFrameMk id="16" creationId="{03AFC854-968B-4CAD-886E-5924593A04B2}"/>
          </ac:graphicFrameMkLst>
        </pc:graphicFrameChg>
        <pc:graphicFrameChg chg="add del mod replId">
          <ac:chgData name="Das, Abhranil" userId="9c3bab5a-3d97-44f6-bde7-7d357481cb18" providerId="ADAL" clId="{BE182B76-5DD6-4AAE-8749-B968962B8867}" dt="2024-09-17T18:44:37.461" v="93" actId="33423"/>
          <ac:graphicFrameMkLst>
            <pc:docMk/>
            <pc:sldMk cId="338755289" sldId="594"/>
            <ac:graphicFrameMk id="17" creationId="{81EF2CFB-C4A3-4CE5-AFBA-906CA92DD6AA}"/>
          </ac:graphicFrameMkLst>
        </pc:graphicFrameChg>
      </pc:sldChg>
    </pc:docChg>
  </pc:docChgLst>
  <pc:docChgLst>
    <pc:chgData name="Abhranil Das" userId="9c3bab5a-3d97-44f6-bde7-7d357481cb18" providerId="ADAL" clId="{48080C65-AC5D-4906-8744-CABE27FFC32D}"/>
    <pc:docChg chg="custSel addSld modSld">
      <pc:chgData name="Abhranil Das" userId="9c3bab5a-3d97-44f6-bde7-7d357481cb18" providerId="ADAL" clId="{48080C65-AC5D-4906-8744-CABE27FFC32D}" dt="2023-04-30T22:01:04.568" v="529" actId="207"/>
      <pc:docMkLst>
        <pc:docMk/>
      </pc:docMkLst>
      <pc:sldChg chg="modSp add">
        <pc:chgData name="Abhranil Das" userId="9c3bab5a-3d97-44f6-bde7-7d357481cb18" providerId="ADAL" clId="{48080C65-AC5D-4906-8744-CABE27FFC32D}" dt="2023-04-30T22:01:04.568" v="529" actId="207"/>
        <pc:sldMkLst>
          <pc:docMk/>
          <pc:sldMk cId="3258547686" sldId="597"/>
        </pc:sldMkLst>
        <pc:spChg chg="mod">
          <ac:chgData name="Abhranil Das" userId="9c3bab5a-3d97-44f6-bde7-7d357481cb18" providerId="ADAL" clId="{48080C65-AC5D-4906-8744-CABE27FFC32D}" dt="2023-04-30T21:58:14.097" v="17" actId="20577"/>
          <ac:spMkLst>
            <pc:docMk/>
            <pc:sldMk cId="3258547686" sldId="597"/>
            <ac:spMk id="2" creationId="{8FEA3415-EA63-4901-89F8-FB1738403305}"/>
          </ac:spMkLst>
        </pc:spChg>
        <pc:spChg chg="mod">
          <ac:chgData name="Abhranil Das" userId="9c3bab5a-3d97-44f6-bde7-7d357481cb18" providerId="ADAL" clId="{48080C65-AC5D-4906-8744-CABE27FFC32D}" dt="2023-04-30T22:01:04.568" v="529" actId="207"/>
          <ac:spMkLst>
            <pc:docMk/>
            <pc:sldMk cId="3258547686" sldId="597"/>
            <ac:spMk id="3" creationId="{75488143-5F5F-40F4-9232-079E296CD7C8}"/>
          </ac:spMkLst>
        </pc:spChg>
      </pc:sldChg>
    </pc:docChg>
  </pc:docChgLst>
  <pc:docChgLst>
    <pc:chgData name="Abhranil" userId="9c3bab5a-3d97-44f6-bde7-7d357481cb18" providerId="ADAL" clId="{F6528AC2-3133-4D3B-B87C-142CBD83B449}"/>
    <pc:docChg chg="addSld modSld">
      <pc:chgData name="Abhranil" userId="9c3bab5a-3d97-44f6-bde7-7d357481cb18" providerId="ADAL" clId="{F6528AC2-3133-4D3B-B87C-142CBD83B449}" dt="2023-04-26T21:16:55.819" v="109" actId="20577"/>
      <pc:docMkLst>
        <pc:docMk/>
      </pc:docMkLst>
      <pc:sldChg chg="addSp modSp add mod">
        <pc:chgData name="Abhranil" userId="9c3bab5a-3d97-44f6-bde7-7d357481cb18" providerId="ADAL" clId="{F6528AC2-3133-4D3B-B87C-142CBD83B449}" dt="2023-04-26T21:16:55.819" v="109" actId="20577"/>
        <pc:sldMkLst>
          <pc:docMk/>
          <pc:sldMk cId="1076987638" sldId="523"/>
        </pc:sldMkLst>
        <pc:spChg chg="mod">
          <ac:chgData name="Abhranil" userId="9c3bab5a-3d97-44f6-bde7-7d357481cb18" providerId="ADAL" clId="{F6528AC2-3133-4D3B-B87C-142CBD83B449}" dt="2023-04-26T21:15:34.809" v="6" actId="20577"/>
          <ac:spMkLst>
            <pc:docMk/>
            <pc:sldMk cId="1076987638" sldId="523"/>
            <ac:spMk id="2" creationId="{CCFF7466-0756-4151-9F09-9931A9F57919}"/>
          </ac:spMkLst>
        </pc:spChg>
        <pc:spChg chg="add mod">
          <ac:chgData name="Abhranil" userId="9c3bab5a-3d97-44f6-bde7-7d357481cb18" providerId="ADAL" clId="{F6528AC2-3133-4D3B-B87C-142CBD83B449}" dt="2023-04-26T21:16:55.819" v="109" actId="20577"/>
          <ac:spMkLst>
            <pc:docMk/>
            <pc:sldMk cId="1076987638" sldId="523"/>
            <ac:spMk id="4" creationId="{8875A917-04D3-4360-AA6C-59CFE4BD331F}"/>
          </ac:spMkLst>
        </pc:spChg>
      </pc:sldChg>
      <pc:sldChg chg="add">
        <pc:chgData name="Abhranil" userId="9c3bab5a-3d97-44f6-bde7-7d357481cb18" providerId="ADAL" clId="{F6528AC2-3133-4D3B-B87C-142CBD83B449}" dt="2023-04-26T21:15:21.727" v="0"/>
        <pc:sldMkLst>
          <pc:docMk/>
          <pc:sldMk cId="3668589712" sldId="524"/>
        </pc:sldMkLst>
      </pc:sldChg>
    </pc:docChg>
  </pc:docChgLst>
  <pc:docChgLst>
    <pc:chgData name="Abhranil" userId="9c3bab5a-3d97-44f6-bde7-7d357481cb18" providerId="ADAL" clId="{DD5B555C-7F8A-4E5E-8CBF-2BA208B1E68A}"/>
    <pc:docChg chg="undo custSel addSld delSld modSld sldOrd">
      <pc:chgData name="Abhranil" userId="9c3bab5a-3d97-44f6-bde7-7d357481cb18" providerId="ADAL" clId="{DD5B555C-7F8A-4E5E-8CBF-2BA208B1E68A}" dt="2023-04-21T19:51:55.387" v="3741"/>
      <pc:docMkLst>
        <pc:docMk/>
      </pc:docMkLst>
      <pc:sldChg chg="addSp modSp add mod ord">
        <pc:chgData name="Abhranil" userId="9c3bab5a-3d97-44f6-bde7-7d357481cb18" providerId="ADAL" clId="{DD5B555C-7F8A-4E5E-8CBF-2BA208B1E68A}" dt="2023-04-19T19:52:45.958" v="1130"/>
        <pc:sldMkLst>
          <pc:docMk/>
          <pc:sldMk cId="2607283520" sldId="257"/>
        </pc:sldMkLst>
        <pc:spChg chg="add mod">
          <ac:chgData name="Abhranil" userId="9c3bab5a-3d97-44f6-bde7-7d357481cb18" providerId="ADAL" clId="{DD5B555C-7F8A-4E5E-8CBF-2BA208B1E68A}" dt="2023-04-19T19:39:29.587" v="102" actId="1076"/>
          <ac:spMkLst>
            <pc:docMk/>
            <pc:sldMk cId="2607283520" sldId="257"/>
            <ac:spMk id="2" creationId="{2E37E2BA-EC13-4CCB-80F9-37425E3E6A21}"/>
          </ac:spMkLst>
        </pc:spChg>
      </pc:sldChg>
      <pc:sldChg chg="add ord modNotesTx">
        <pc:chgData name="Abhranil" userId="9c3bab5a-3d97-44f6-bde7-7d357481cb18" providerId="ADAL" clId="{DD5B555C-7F8A-4E5E-8CBF-2BA208B1E68A}" dt="2023-04-19T19:54:32.535" v="1316" actId="20577"/>
        <pc:sldMkLst>
          <pc:docMk/>
          <pc:sldMk cId="1396948217" sldId="258"/>
        </pc:sldMkLst>
      </pc:sldChg>
      <pc:sldChg chg="addSp delSp modSp add mod ord">
        <pc:chgData name="Abhranil" userId="9c3bab5a-3d97-44f6-bde7-7d357481cb18" providerId="ADAL" clId="{DD5B555C-7F8A-4E5E-8CBF-2BA208B1E68A}" dt="2023-04-19T19:52:02.886" v="1124" actId="20577"/>
        <pc:sldMkLst>
          <pc:docMk/>
          <pc:sldMk cId="999729509" sldId="259"/>
        </pc:sldMkLst>
        <pc:spChg chg="add del mod">
          <ac:chgData name="Abhranil" userId="9c3bab5a-3d97-44f6-bde7-7d357481cb18" providerId="ADAL" clId="{DD5B555C-7F8A-4E5E-8CBF-2BA208B1E68A}" dt="2023-04-19T19:46:11.336" v="662" actId="478"/>
          <ac:spMkLst>
            <pc:docMk/>
            <pc:sldMk cId="999729509" sldId="259"/>
            <ac:spMk id="2" creationId="{63F454A5-45ED-4FEF-875B-4805C0A5F7AF}"/>
          </ac:spMkLst>
        </pc:spChg>
        <pc:spChg chg="add mod">
          <ac:chgData name="Abhranil" userId="9c3bab5a-3d97-44f6-bde7-7d357481cb18" providerId="ADAL" clId="{DD5B555C-7F8A-4E5E-8CBF-2BA208B1E68A}" dt="2023-04-19T19:49:19.036" v="876" actId="20577"/>
          <ac:spMkLst>
            <pc:docMk/>
            <pc:sldMk cId="999729509" sldId="259"/>
            <ac:spMk id="3" creationId="{29109D47-CEFC-4C75-B3BE-BB97467718B4}"/>
          </ac:spMkLst>
        </pc:spChg>
        <pc:spChg chg="del mod">
          <ac:chgData name="Abhranil" userId="9c3bab5a-3d97-44f6-bde7-7d357481cb18" providerId="ADAL" clId="{DD5B555C-7F8A-4E5E-8CBF-2BA208B1E68A}" dt="2023-04-19T19:47:45.793" v="745" actId="478"/>
          <ac:spMkLst>
            <pc:docMk/>
            <pc:sldMk cId="999729509" sldId="259"/>
            <ac:spMk id="8" creationId="{91687131-BC97-4E52-95DA-0C1620585F30}"/>
          </ac:spMkLst>
        </pc:spChg>
        <pc:spChg chg="add mod">
          <ac:chgData name="Abhranil" userId="9c3bab5a-3d97-44f6-bde7-7d357481cb18" providerId="ADAL" clId="{DD5B555C-7F8A-4E5E-8CBF-2BA208B1E68A}" dt="2023-04-19T19:49:29.320" v="880" actId="1076"/>
          <ac:spMkLst>
            <pc:docMk/>
            <pc:sldMk cId="999729509" sldId="259"/>
            <ac:spMk id="12" creationId="{D7DB5D43-6017-480D-9330-7E46A1342216}"/>
          </ac:spMkLst>
        </pc:spChg>
        <pc:spChg chg="add mod">
          <ac:chgData name="Abhranil" userId="9c3bab5a-3d97-44f6-bde7-7d357481cb18" providerId="ADAL" clId="{DD5B555C-7F8A-4E5E-8CBF-2BA208B1E68A}" dt="2023-04-19T19:50:05.217" v="890" actId="1076"/>
          <ac:spMkLst>
            <pc:docMk/>
            <pc:sldMk cId="999729509" sldId="259"/>
            <ac:spMk id="13" creationId="{DA248CEB-8354-4B55-8B7E-14C2F549B9E6}"/>
          </ac:spMkLst>
        </pc:spChg>
        <pc:spChg chg="add mod">
          <ac:chgData name="Abhranil" userId="9c3bab5a-3d97-44f6-bde7-7d357481cb18" providerId="ADAL" clId="{DD5B555C-7F8A-4E5E-8CBF-2BA208B1E68A}" dt="2023-04-19T19:50:51.853" v="953" actId="20577"/>
          <ac:spMkLst>
            <pc:docMk/>
            <pc:sldMk cId="999729509" sldId="259"/>
            <ac:spMk id="15" creationId="{406F1055-59C3-495A-8883-7BBDB47EA598}"/>
          </ac:spMkLst>
        </pc:spChg>
        <pc:spChg chg="add mod">
          <ac:chgData name="Abhranil" userId="9c3bab5a-3d97-44f6-bde7-7d357481cb18" providerId="ADAL" clId="{DD5B555C-7F8A-4E5E-8CBF-2BA208B1E68A}" dt="2023-04-19T19:52:02.886" v="1124" actId="20577"/>
          <ac:spMkLst>
            <pc:docMk/>
            <pc:sldMk cId="999729509" sldId="259"/>
            <ac:spMk id="17" creationId="{B1F237B9-BC94-4542-A9F1-F1B5366E805C}"/>
          </ac:spMkLst>
        </pc:spChg>
        <pc:picChg chg="mod">
          <ac:chgData name="Abhranil" userId="9c3bab5a-3d97-44f6-bde7-7d357481cb18" providerId="ADAL" clId="{DD5B555C-7F8A-4E5E-8CBF-2BA208B1E68A}" dt="2023-04-19T19:50:05.217" v="890" actId="1076"/>
          <ac:picMkLst>
            <pc:docMk/>
            <pc:sldMk cId="999729509" sldId="259"/>
            <ac:picMk id="10" creationId="{0CA14E0B-C5BF-404D-B9AE-435641CB7AA3}"/>
          </ac:picMkLst>
        </pc:picChg>
        <pc:picChg chg="mod">
          <ac:chgData name="Abhranil" userId="9c3bab5a-3d97-44f6-bde7-7d357481cb18" providerId="ADAL" clId="{DD5B555C-7F8A-4E5E-8CBF-2BA208B1E68A}" dt="2023-04-19T19:50:05.217" v="890" actId="1076"/>
          <ac:picMkLst>
            <pc:docMk/>
            <pc:sldMk cId="999729509" sldId="259"/>
            <ac:picMk id="14" creationId="{9A0D914F-80EF-4167-8599-AA317B5F94E1}"/>
          </ac:picMkLst>
        </pc:picChg>
        <pc:picChg chg="mod">
          <ac:chgData name="Abhranil" userId="9c3bab5a-3d97-44f6-bde7-7d357481cb18" providerId="ADAL" clId="{DD5B555C-7F8A-4E5E-8CBF-2BA208B1E68A}" dt="2023-04-19T19:50:05.217" v="890" actId="1076"/>
          <ac:picMkLst>
            <pc:docMk/>
            <pc:sldMk cId="999729509" sldId="259"/>
            <ac:picMk id="16" creationId="{2CA29B3D-90C6-47D6-88AD-480915E024EF}"/>
          </ac:picMkLst>
        </pc:picChg>
        <pc:picChg chg="mod">
          <ac:chgData name="Abhranil" userId="9c3bab5a-3d97-44f6-bde7-7d357481cb18" providerId="ADAL" clId="{DD5B555C-7F8A-4E5E-8CBF-2BA208B1E68A}" dt="2023-04-19T19:45:42.517" v="655" actId="1076"/>
          <ac:picMkLst>
            <pc:docMk/>
            <pc:sldMk cId="999729509" sldId="259"/>
            <ac:picMk id="20" creationId="{A596295B-AB86-49FF-9532-A3E68A081481}"/>
          </ac:picMkLst>
        </pc:picChg>
        <pc:picChg chg="mod">
          <ac:chgData name="Abhranil" userId="9c3bab5a-3d97-44f6-bde7-7d357481cb18" providerId="ADAL" clId="{DD5B555C-7F8A-4E5E-8CBF-2BA208B1E68A}" dt="2023-04-19T19:49:29.320" v="880" actId="1076"/>
          <ac:picMkLst>
            <pc:docMk/>
            <pc:sldMk cId="999729509" sldId="259"/>
            <ac:picMk id="22" creationId="{454306A6-2159-4BBC-87C7-1706F551BF2B}"/>
          </ac:picMkLst>
        </pc:picChg>
        <pc:picChg chg="mod">
          <ac:chgData name="Abhranil" userId="9c3bab5a-3d97-44f6-bde7-7d357481cb18" providerId="ADAL" clId="{DD5B555C-7F8A-4E5E-8CBF-2BA208B1E68A}" dt="2023-04-19T19:50:13" v="891" actId="1076"/>
          <ac:picMkLst>
            <pc:docMk/>
            <pc:sldMk cId="999729509" sldId="259"/>
            <ac:picMk id="24" creationId="{21938A3A-8934-450F-B377-DA6A45CB4C32}"/>
          </ac:picMkLst>
        </pc:picChg>
        <pc:picChg chg="mod">
          <ac:chgData name="Abhranil" userId="9c3bab5a-3d97-44f6-bde7-7d357481cb18" providerId="ADAL" clId="{DD5B555C-7F8A-4E5E-8CBF-2BA208B1E68A}" dt="2023-04-19T19:49:59.357" v="889" actId="1076"/>
          <ac:picMkLst>
            <pc:docMk/>
            <pc:sldMk cId="999729509" sldId="259"/>
            <ac:picMk id="26" creationId="{1CBF90B9-23D4-427C-9E02-1C522978AC01}"/>
          </ac:picMkLst>
        </pc:picChg>
      </pc:sldChg>
      <pc:sldChg chg="modSp mod ord">
        <pc:chgData name="Abhranil" userId="9c3bab5a-3d97-44f6-bde7-7d357481cb18" providerId="ADAL" clId="{DD5B555C-7F8A-4E5E-8CBF-2BA208B1E68A}" dt="2023-04-19T19:38:59.236" v="44"/>
        <pc:sldMkLst>
          <pc:docMk/>
          <pc:sldMk cId="4038897999" sldId="592"/>
        </pc:sldMkLst>
        <pc:spChg chg="mod">
          <ac:chgData name="Abhranil" userId="9c3bab5a-3d97-44f6-bde7-7d357481cb18" providerId="ADAL" clId="{DD5B555C-7F8A-4E5E-8CBF-2BA208B1E68A}" dt="2023-04-19T19:29:33.453" v="21" actId="1076"/>
          <ac:spMkLst>
            <pc:docMk/>
            <pc:sldMk cId="4038897999" sldId="592"/>
            <ac:spMk id="9" creationId="{38FD76B7-103F-4F76-B998-F020CADBC237}"/>
          </ac:spMkLst>
        </pc:spChg>
      </pc:sldChg>
      <pc:sldChg chg="ord">
        <pc:chgData name="Abhranil" userId="9c3bab5a-3d97-44f6-bde7-7d357481cb18" providerId="ADAL" clId="{DD5B555C-7F8A-4E5E-8CBF-2BA208B1E68A}" dt="2023-04-19T20:40:41.597" v="1320"/>
        <pc:sldMkLst>
          <pc:docMk/>
          <pc:sldMk cId="2090922276" sldId="593"/>
        </pc:sldMkLst>
      </pc:sldChg>
      <pc:sldChg chg="addSp modSp mod">
        <pc:chgData name="Abhranil" userId="9c3bab5a-3d97-44f6-bde7-7d357481cb18" providerId="ADAL" clId="{DD5B555C-7F8A-4E5E-8CBF-2BA208B1E68A}" dt="2023-04-19T19:30:22.469" v="41" actId="1076"/>
        <pc:sldMkLst>
          <pc:docMk/>
          <pc:sldMk cId="338755289" sldId="594"/>
        </pc:sldMkLst>
        <pc:spChg chg="mod">
          <ac:chgData name="Abhranil" userId="9c3bab5a-3d97-44f6-bde7-7d357481cb18" providerId="ADAL" clId="{DD5B555C-7F8A-4E5E-8CBF-2BA208B1E68A}" dt="2023-04-19T19:29:41.921" v="33" actId="1076"/>
          <ac:spMkLst>
            <pc:docMk/>
            <pc:sldMk cId="338755289" sldId="594"/>
            <ac:spMk id="9" creationId="{38FD76B7-103F-4F76-B998-F020CADBC237}"/>
          </ac:spMkLst>
        </pc:spChg>
        <pc:spChg chg="add mod">
          <ac:chgData name="Abhranil" userId="9c3bab5a-3d97-44f6-bde7-7d357481cb18" providerId="ADAL" clId="{DD5B555C-7F8A-4E5E-8CBF-2BA208B1E68A}" dt="2023-04-19T19:30:22.469" v="41" actId="1076"/>
          <ac:spMkLst>
            <pc:docMk/>
            <pc:sldMk cId="338755289" sldId="594"/>
            <ac:spMk id="11" creationId="{C656D17A-0D52-45C8-A194-48B094D843B2}"/>
          </ac:spMkLst>
        </pc:spChg>
        <pc:graphicFrameChg chg="mod">
          <ac:chgData name="Abhranil" userId="9c3bab5a-3d97-44f6-bde7-7d357481cb18" providerId="ADAL" clId="{DD5B555C-7F8A-4E5E-8CBF-2BA208B1E68A}" dt="2023-04-19T19:30:22.469" v="41" actId="1076"/>
          <ac:graphicFrameMkLst>
            <pc:docMk/>
            <pc:sldMk cId="338755289" sldId="594"/>
            <ac:graphicFrameMk id="8" creationId="{2F9DB74B-DA2B-4CD3-94AD-81829EA2BA52}"/>
          </ac:graphicFrameMkLst>
        </pc:graphicFrameChg>
        <pc:graphicFrameChg chg="mod">
          <ac:chgData name="Abhranil" userId="9c3bab5a-3d97-44f6-bde7-7d357481cb18" providerId="ADAL" clId="{DD5B555C-7F8A-4E5E-8CBF-2BA208B1E68A}" dt="2023-04-19T19:30:22.469" v="41" actId="1076"/>
          <ac:graphicFrameMkLst>
            <pc:docMk/>
            <pc:sldMk cId="338755289" sldId="594"/>
            <ac:graphicFrameMk id="16" creationId="{03AFC854-968B-4CAD-886E-5924593A04B2}"/>
          </ac:graphicFrameMkLst>
        </pc:graphicFrameChg>
        <pc:graphicFrameChg chg="add mod">
          <ac:chgData name="Abhranil" userId="9c3bab5a-3d97-44f6-bde7-7d357481cb18" providerId="ADAL" clId="{DD5B555C-7F8A-4E5E-8CBF-2BA208B1E68A}" dt="2023-04-19T19:30:22.469" v="41" actId="1076"/>
          <ac:graphicFrameMkLst>
            <pc:docMk/>
            <pc:sldMk cId="338755289" sldId="594"/>
            <ac:graphicFrameMk id="17" creationId="{81EF2CFB-C4A3-4CE5-AFBA-906CA92DD6AA}"/>
          </ac:graphicFrameMkLst>
        </pc:graphicFrameChg>
      </pc:sldChg>
      <pc:sldChg chg="addSp modSp new mod ord">
        <pc:chgData name="Abhranil" userId="9c3bab5a-3d97-44f6-bde7-7d357481cb18" providerId="ADAL" clId="{DD5B555C-7F8A-4E5E-8CBF-2BA208B1E68A}" dt="2023-04-21T19:51:55.387" v="3741"/>
        <pc:sldMkLst>
          <pc:docMk/>
          <pc:sldMk cId="2747529177" sldId="595"/>
        </pc:sldMkLst>
        <pc:spChg chg="add mod">
          <ac:chgData name="Abhranil" userId="9c3bab5a-3d97-44f6-bde7-7d357481cb18" providerId="ADAL" clId="{DD5B555C-7F8A-4E5E-8CBF-2BA208B1E68A}" dt="2023-04-19T21:04:37.438" v="1552" actId="20577"/>
          <ac:spMkLst>
            <pc:docMk/>
            <pc:sldMk cId="2747529177" sldId="595"/>
            <ac:spMk id="6" creationId="{8B209149-9C01-4D0D-88D5-4FEB6F99C134}"/>
          </ac:spMkLst>
        </pc:spChg>
        <pc:picChg chg="add mod">
          <ac:chgData name="Abhranil" userId="9c3bab5a-3d97-44f6-bde7-7d357481cb18" providerId="ADAL" clId="{DD5B555C-7F8A-4E5E-8CBF-2BA208B1E68A}" dt="2023-04-19T21:03:23.350" v="1327" actId="1076"/>
          <ac:picMkLst>
            <pc:docMk/>
            <pc:sldMk cId="2747529177" sldId="595"/>
            <ac:picMk id="3" creationId="{10D22F8E-10EC-457A-A51F-2FBF7AA4E68B}"/>
          </ac:picMkLst>
        </pc:picChg>
        <pc:picChg chg="add mod">
          <ac:chgData name="Abhranil" userId="9c3bab5a-3d97-44f6-bde7-7d357481cb18" providerId="ADAL" clId="{DD5B555C-7F8A-4E5E-8CBF-2BA208B1E68A}" dt="2023-04-19T21:03:21.250" v="1326" actId="1076"/>
          <ac:picMkLst>
            <pc:docMk/>
            <pc:sldMk cId="2747529177" sldId="595"/>
            <ac:picMk id="5" creationId="{3F3AABC8-432C-4396-B88E-C98E7D3F09A5}"/>
          </ac:picMkLst>
        </pc:picChg>
      </pc:sldChg>
      <pc:sldChg chg="modSp new mod">
        <pc:chgData name="Abhranil" userId="9c3bab5a-3d97-44f6-bde7-7d357481cb18" providerId="ADAL" clId="{DD5B555C-7F8A-4E5E-8CBF-2BA208B1E68A}" dt="2023-04-19T22:14:39.072" v="3733" actId="20577"/>
        <pc:sldMkLst>
          <pc:docMk/>
          <pc:sldMk cId="1912485972" sldId="596"/>
        </pc:sldMkLst>
        <pc:spChg chg="mod">
          <ac:chgData name="Abhranil" userId="9c3bab5a-3d97-44f6-bde7-7d357481cb18" providerId="ADAL" clId="{DD5B555C-7F8A-4E5E-8CBF-2BA208B1E68A}" dt="2023-04-19T21:59:16.984" v="1648" actId="6549"/>
          <ac:spMkLst>
            <pc:docMk/>
            <pc:sldMk cId="1912485972" sldId="596"/>
            <ac:spMk id="2" creationId="{A51504C5-706B-4482-93B8-0E90101E1B53}"/>
          </ac:spMkLst>
        </pc:spChg>
        <pc:spChg chg="mod">
          <ac:chgData name="Abhranil" userId="9c3bab5a-3d97-44f6-bde7-7d357481cb18" providerId="ADAL" clId="{DD5B555C-7F8A-4E5E-8CBF-2BA208B1E68A}" dt="2023-04-19T22:14:39.072" v="3733" actId="20577"/>
          <ac:spMkLst>
            <pc:docMk/>
            <pc:sldMk cId="1912485972" sldId="596"/>
            <ac:spMk id="3" creationId="{86074583-1985-4F91-AC8E-7BE1E534FD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1FEBFC-018B-44C6-BFEE-DC9C2EDAB59A}" type="datetimeFigureOut">
              <a:rPr lang="en-US" smtClean="0"/>
              <a:t>9/17/2024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B274E5-E5C9-49AB-839A-ABEDD9C5287F}" type="slidenum">
              <a:rPr lang="en-US" smtClean="0"/>
              <a:t>‹#›</a:t>
            </a:fld>
            <a:endParaRPr lang="en-US"/>
          </a:p>
        </p:txBody>
      </p:sp>
    </p:spTree>
    <p:extLst>
      <p:ext uri="{BB962C8B-B14F-4D97-AF65-F5344CB8AC3E}">
        <p14:creationId xmlns:p14="http://schemas.microsoft.com/office/powerpoint/2010/main" val="2756346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7668C3-0568-4C72-9E36-F620B5478541}" type="slidenum">
              <a:rPr lang="en-US" smtClean="0"/>
              <a:t>4</a:t>
            </a:fld>
            <a:endParaRPr lang="en-US"/>
          </a:p>
        </p:txBody>
      </p:sp>
    </p:spTree>
    <p:extLst>
      <p:ext uri="{BB962C8B-B14F-4D97-AF65-F5344CB8AC3E}">
        <p14:creationId xmlns:p14="http://schemas.microsoft.com/office/powerpoint/2010/main" val="4084318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pass at combining power and histogram with the (combined) edge cue. The different parts of the edge cue here are simple mean differences of the different edge features.</a:t>
            </a:r>
          </a:p>
        </p:txBody>
      </p:sp>
      <p:sp>
        <p:nvSpPr>
          <p:cNvPr id="4" name="Slide Number Placeholder 3"/>
          <p:cNvSpPr>
            <a:spLocks noGrp="1"/>
          </p:cNvSpPr>
          <p:nvPr>
            <p:ph type="sldNum" sz="quarter" idx="5"/>
          </p:nvPr>
        </p:nvSpPr>
        <p:spPr/>
        <p:txBody>
          <a:bodyPr/>
          <a:lstStyle/>
          <a:p>
            <a:fld id="{3CB274E5-E5C9-49AB-839A-ABEDD9C5287F}" type="slidenum">
              <a:rPr lang="en-US" smtClean="0"/>
              <a:t>8</a:t>
            </a:fld>
            <a:endParaRPr lang="en-US"/>
          </a:p>
        </p:txBody>
      </p:sp>
    </p:spTree>
    <p:extLst>
      <p:ext uri="{BB962C8B-B14F-4D97-AF65-F5344CB8AC3E}">
        <p14:creationId xmlns:p14="http://schemas.microsoft.com/office/powerpoint/2010/main" val="1684328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B06DD-D761-449C-AAD6-DCC7977F19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FC8595-14AF-4583-B83B-14A853BF0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6FA938-2CB3-4780-BE57-E3F8066CD3A4}"/>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5" name="Footer Placeholder 4">
            <a:extLst>
              <a:ext uri="{FF2B5EF4-FFF2-40B4-BE49-F238E27FC236}">
                <a16:creationId xmlns:a16="http://schemas.microsoft.com/office/drawing/2014/main" id="{1152AB28-BDB0-4E4B-B7CB-8D4399C9F6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A7F79F-E1D2-4149-B935-A047B114E844}"/>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132138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F27AA-4FE7-4507-A0FA-BFA42ADC08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BBC8D5-584D-4826-84E2-5237A9BA734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CDA5F-8B74-40F8-B708-4B33E8D51DF5}"/>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5" name="Footer Placeholder 4">
            <a:extLst>
              <a:ext uri="{FF2B5EF4-FFF2-40B4-BE49-F238E27FC236}">
                <a16:creationId xmlns:a16="http://schemas.microsoft.com/office/drawing/2014/main" id="{3D0AC68C-3451-4C30-A741-7574FCFE45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41C114-0EA8-4919-A985-006D9C666888}"/>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937737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EAB1-68D5-4A9A-B62D-84ACF0EE0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FF32D-B8BE-431B-91C9-F6BCA377F3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6D80F1-0C81-4566-B3A0-9693FC2EA395}"/>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5" name="Footer Placeholder 4">
            <a:extLst>
              <a:ext uri="{FF2B5EF4-FFF2-40B4-BE49-F238E27FC236}">
                <a16:creationId xmlns:a16="http://schemas.microsoft.com/office/drawing/2014/main" id="{0767A1DB-C02B-4933-A8FB-BEE73AAD4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E813C-A434-4C31-9907-AA28E684144A}"/>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2015055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33927-E7BE-4046-B48E-176FC7BA52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A7A75-63FA-4880-9B7F-07780DDCF55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609BE5-F594-417B-B3D8-9A852EBFDF8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B59AA4-0AE9-4F8A-BA19-69FD3BB5CD32}"/>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6" name="Footer Placeholder 5">
            <a:extLst>
              <a:ext uri="{FF2B5EF4-FFF2-40B4-BE49-F238E27FC236}">
                <a16:creationId xmlns:a16="http://schemas.microsoft.com/office/drawing/2014/main" id="{C0952AF1-D889-4EC7-9738-8DD7788194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B44483-8560-428C-B3C3-658360D2960D}"/>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4144675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8B253-8B62-42DB-B7A5-49724F8A9F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1A53C8-EC84-44D8-8988-48F774E284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F0285EA-2A46-4C52-983F-31236A49343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FD8709-7C6A-4A0F-87EE-31951D4104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6CDA259-1245-4BAB-B653-5EA00620F36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43F3AD-4771-415A-889B-E0FD46015EAF}"/>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8" name="Footer Placeholder 7">
            <a:extLst>
              <a:ext uri="{FF2B5EF4-FFF2-40B4-BE49-F238E27FC236}">
                <a16:creationId xmlns:a16="http://schemas.microsoft.com/office/drawing/2014/main" id="{A03A006A-45E3-4503-9B32-A17FF53DA1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5C7374-6772-4234-9264-6CBB52B54C4F}"/>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253954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FBFB4-C8AA-498B-B882-42030670AC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86731B-F686-420E-B1CC-730B4D9456D5}"/>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4" name="Footer Placeholder 3">
            <a:extLst>
              <a:ext uri="{FF2B5EF4-FFF2-40B4-BE49-F238E27FC236}">
                <a16:creationId xmlns:a16="http://schemas.microsoft.com/office/drawing/2014/main" id="{29D71DDC-BA6E-4457-9266-BE9E0ACECF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730B1A-6D99-461F-A1A4-A2555B67A702}"/>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4206551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B82749-D259-4068-91CF-ECE6B083AA85}"/>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3" name="Footer Placeholder 2">
            <a:extLst>
              <a:ext uri="{FF2B5EF4-FFF2-40B4-BE49-F238E27FC236}">
                <a16:creationId xmlns:a16="http://schemas.microsoft.com/office/drawing/2014/main" id="{5104C3A9-74DD-4D92-8A8A-FB63D252C2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084615-88A5-4FDF-A00E-41C79CA7C901}"/>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63706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6489-D5DA-497A-AAF2-E34B84747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76BE68-85E5-4873-998B-7EBBB61D82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222669-9BB1-48C3-86C3-27885F117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8EBFD3-1D84-4118-A937-DB2B30AA25CE}"/>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6" name="Footer Placeholder 5">
            <a:extLst>
              <a:ext uri="{FF2B5EF4-FFF2-40B4-BE49-F238E27FC236}">
                <a16:creationId xmlns:a16="http://schemas.microsoft.com/office/drawing/2014/main" id="{C9A4CAB9-11A6-44C8-9E8A-6F5AB9309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1F5A8-90F6-4E49-88A3-864EA26AAECA}"/>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78737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F0513-1192-4F54-A0C1-435FF2FC4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F964F2-401C-428D-BDDE-6A59F9FF1B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94F7E4-4623-43D2-B04B-18FE55B50C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7FB9440-D57C-4567-AFE4-8D7105944642}"/>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6" name="Footer Placeholder 5">
            <a:extLst>
              <a:ext uri="{FF2B5EF4-FFF2-40B4-BE49-F238E27FC236}">
                <a16:creationId xmlns:a16="http://schemas.microsoft.com/office/drawing/2014/main" id="{0A34D8D8-BB14-43BE-A467-A637414544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2B18F6-66B4-4F60-8B1A-D4E9038C0526}"/>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242525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6BB29-DBF2-43D4-836B-97E286A633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2BB5B-3758-4D16-A0C7-638FFD23976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E3CEE-2ECD-4BEE-AAB5-2B84BAEF590F}"/>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5" name="Footer Placeholder 4">
            <a:extLst>
              <a:ext uri="{FF2B5EF4-FFF2-40B4-BE49-F238E27FC236}">
                <a16:creationId xmlns:a16="http://schemas.microsoft.com/office/drawing/2014/main" id="{63F1C217-685B-4BAE-A5CE-80577E27C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925C9-0479-4A45-9181-100D1D167D83}"/>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2792688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A19F12-F39D-4D2F-A22F-1E1C4DB179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A51F60-E091-4E2C-A97E-89F5FCF29D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B1112E-7F94-4AC6-8FE6-C46BCA42848C}"/>
              </a:ext>
            </a:extLst>
          </p:cNvPr>
          <p:cNvSpPr>
            <a:spLocks noGrp="1"/>
          </p:cNvSpPr>
          <p:nvPr>
            <p:ph type="dt" sz="half" idx="10"/>
          </p:nvPr>
        </p:nvSpPr>
        <p:spPr/>
        <p:txBody>
          <a:bodyPr/>
          <a:lstStyle/>
          <a:p>
            <a:fld id="{DAFC2293-D745-4A0A-A3A9-B9EA3E99BB94}" type="datetimeFigureOut">
              <a:rPr lang="en-US" smtClean="0"/>
              <a:t>9/17/2024</a:t>
            </a:fld>
            <a:endParaRPr lang="en-US"/>
          </a:p>
        </p:txBody>
      </p:sp>
      <p:sp>
        <p:nvSpPr>
          <p:cNvPr id="5" name="Footer Placeholder 4">
            <a:extLst>
              <a:ext uri="{FF2B5EF4-FFF2-40B4-BE49-F238E27FC236}">
                <a16:creationId xmlns:a16="http://schemas.microsoft.com/office/drawing/2014/main" id="{56B66212-B167-44EA-BB3E-4452599375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586C6-CA0D-445B-82F2-B8114DE9D7BE}"/>
              </a:ext>
            </a:extLst>
          </p:cNvPr>
          <p:cNvSpPr>
            <a:spLocks noGrp="1"/>
          </p:cNvSpPr>
          <p:nvPr>
            <p:ph type="sldNum" sz="quarter" idx="12"/>
          </p:nvPr>
        </p:nvSpPr>
        <p:spPr/>
        <p:txBody>
          <a:bodyPr/>
          <a:lstStyle/>
          <a:p>
            <a:fld id="{E119FCBF-B777-4F24-8D5D-EBE7BDC44B46}" type="slidenum">
              <a:rPr lang="en-US" smtClean="0"/>
              <a:t>‹#›</a:t>
            </a:fld>
            <a:endParaRPr lang="en-US"/>
          </a:p>
        </p:txBody>
      </p:sp>
    </p:spTree>
    <p:extLst>
      <p:ext uri="{BB962C8B-B14F-4D97-AF65-F5344CB8AC3E}">
        <p14:creationId xmlns:p14="http://schemas.microsoft.com/office/powerpoint/2010/main" val="438066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A0A01E-5BBD-47D9-ACC3-BC5FFC737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05A6E9-C6A4-49C7-8E0C-BD7A9092D3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37E646-78C2-47CE-AC5B-3F8EDA17BB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FC2293-D745-4A0A-A3A9-B9EA3E99BB94}" type="datetimeFigureOut">
              <a:rPr lang="en-US" smtClean="0"/>
              <a:t>9/17/2024</a:t>
            </a:fld>
            <a:endParaRPr lang="en-US"/>
          </a:p>
        </p:txBody>
      </p:sp>
      <p:sp>
        <p:nvSpPr>
          <p:cNvPr id="5" name="Footer Placeholder 4">
            <a:extLst>
              <a:ext uri="{FF2B5EF4-FFF2-40B4-BE49-F238E27FC236}">
                <a16:creationId xmlns:a16="http://schemas.microsoft.com/office/drawing/2014/main" id="{15C88785-BB89-42EB-A67F-2E4D4D02A9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647498-5E26-4D60-B760-C9A9BDD11D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9FCBF-B777-4F24-8D5D-EBE7BDC44B46}" type="slidenum">
              <a:rPr lang="en-US" smtClean="0"/>
              <a:t>‹#›</a:t>
            </a:fld>
            <a:endParaRPr lang="en-US"/>
          </a:p>
        </p:txBody>
      </p:sp>
    </p:spTree>
    <p:extLst>
      <p:ext uri="{BB962C8B-B14F-4D97-AF65-F5344CB8AC3E}">
        <p14:creationId xmlns:p14="http://schemas.microsoft.com/office/powerpoint/2010/main" val="2301307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bin"/><Relationship Id="rId18" Type="http://schemas.openxmlformats.org/officeDocument/2006/relationships/image" Target="../media/image11.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17" Type="http://schemas.openxmlformats.org/officeDocument/2006/relationships/oleObject" Target="../embeddings/oleObject8.bin"/><Relationship Id="rId2" Type="http://schemas.openxmlformats.org/officeDocument/2006/relationships/notesSlide" Target="../notesSlides/notesSlide1.xml"/><Relationship Id="rId16" Type="http://schemas.openxmlformats.org/officeDocument/2006/relationships/image" Target="../media/image10.wmf"/><Relationship Id="rId1" Type="http://schemas.openxmlformats.org/officeDocument/2006/relationships/slideLayout" Target="../slideLayouts/slideLayout7.x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image" Target="../media/image9.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oleObject" Target="../embeddings/oleObject14.bin"/><Relationship Id="rId17" Type="http://schemas.openxmlformats.org/officeDocument/2006/relationships/image" Target="../media/image19.wmf"/><Relationship Id="rId2" Type="http://schemas.openxmlformats.org/officeDocument/2006/relationships/oleObject" Target="../embeddings/oleObject9.bin"/><Relationship Id="rId16"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5.wmf"/><Relationship Id="rId14" Type="http://schemas.openxmlformats.org/officeDocument/2006/relationships/oleObject" Target="../embeddings/oleObject15.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0.wmf"/><Relationship Id="rId7" Type="http://schemas.openxmlformats.org/officeDocument/2006/relationships/image" Target="../media/image22.wmf"/><Relationship Id="rId12" Type="http://schemas.openxmlformats.org/officeDocument/2006/relationships/image" Target="../media/image25.wmf"/><Relationship Id="rId2" Type="http://schemas.openxmlformats.org/officeDocument/2006/relationships/oleObject" Target="../embeddings/oleObject17.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3.wmf"/></Relationships>
</file>

<file path=ppt/slides/_rels/slide7.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27.bin"/><Relationship Id="rId3" Type="http://schemas.openxmlformats.org/officeDocument/2006/relationships/image" Target="../media/image26.wmf"/><Relationship Id="rId7" Type="http://schemas.openxmlformats.org/officeDocument/2006/relationships/oleObject" Target="../embeddings/oleObject24.bin"/><Relationship Id="rId12"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image" Target="../media/image28.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30.wmf"/><Relationship Id="rId4" Type="http://schemas.openxmlformats.org/officeDocument/2006/relationships/image" Target="../media/image27.png"/><Relationship Id="rId9" Type="http://schemas.openxmlformats.org/officeDocument/2006/relationships/oleObject" Target="../embeddings/oleObject25.bin"/><Relationship Id="rId14" Type="http://schemas.openxmlformats.org/officeDocument/2006/relationships/image" Target="../media/image32.wmf"/></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3.wmf"/><Relationship Id="rId12" Type="http://schemas.openxmlformats.org/officeDocument/2006/relationships/oleObject" Target="../embeddings/oleObject33.bin"/><Relationship Id="rId2" Type="http://schemas.openxmlformats.org/officeDocument/2006/relationships/oleObject" Target="../embeddings/oleObject28.bin"/><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44.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52.wmf"/><Relationship Id="rId3" Type="http://schemas.openxmlformats.org/officeDocument/2006/relationships/image" Target="../media/image47.wmf"/><Relationship Id="rId7" Type="http://schemas.openxmlformats.org/officeDocument/2006/relationships/image" Target="../media/image49.wmf"/><Relationship Id="rId12" Type="http://schemas.openxmlformats.org/officeDocument/2006/relationships/oleObject" Target="../embeddings/oleObject39.bin"/><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oleObject" Target="../embeddings/oleObject36.bin"/><Relationship Id="rId11" Type="http://schemas.openxmlformats.org/officeDocument/2006/relationships/image" Target="../media/image51.wmf"/><Relationship Id="rId5" Type="http://schemas.openxmlformats.org/officeDocument/2006/relationships/image" Target="../media/image48.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50.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55.wmf"/><Relationship Id="rId18" Type="http://schemas.openxmlformats.org/officeDocument/2006/relationships/oleObject" Target="../embeddings/oleObject48.bin"/><Relationship Id="rId3" Type="http://schemas.openxmlformats.org/officeDocument/2006/relationships/image" Target="../media/image47.wmf"/><Relationship Id="rId7" Type="http://schemas.openxmlformats.org/officeDocument/2006/relationships/image" Target="../media/image54.wmf"/><Relationship Id="rId12" Type="http://schemas.openxmlformats.org/officeDocument/2006/relationships/oleObject" Target="../embeddings/oleObject45.bin"/><Relationship Id="rId17" Type="http://schemas.openxmlformats.org/officeDocument/2006/relationships/image" Target="../media/image57.wmf"/><Relationship Id="rId2" Type="http://schemas.openxmlformats.org/officeDocument/2006/relationships/oleObject" Target="../embeddings/oleObject40.bin"/><Relationship Id="rId16"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2.bin"/><Relationship Id="rId11" Type="http://schemas.openxmlformats.org/officeDocument/2006/relationships/image" Target="../media/image52.wmf"/><Relationship Id="rId5" Type="http://schemas.openxmlformats.org/officeDocument/2006/relationships/image" Target="../media/image53.wmf"/><Relationship Id="rId15" Type="http://schemas.openxmlformats.org/officeDocument/2006/relationships/image" Target="../media/image56.wmf"/><Relationship Id="rId10" Type="http://schemas.openxmlformats.org/officeDocument/2006/relationships/oleObject" Target="../embeddings/oleObject44.bin"/><Relationship Id="rId19" Type="http://schemas.openxmlformats.org/officeDocument/2006/relationships/image" Target="../media/image58.wmf"/><Relationship Id="rId4" Type="http://schemas.openxmlformats.org/officeDocument/2006/relationships/oleObject" Target="../embeddings/oleObject41.bin"/><Relationship Id="rId9" Type="http://schemas.openxmlformats.org/officeDocument/2006/relationships/image" Target="../media/image51.wmf"/><Relationship Id="rId14" Type="http://schemas.openxmlformats.org/officeDocument/2006/relationships/oleObject" Target="../embeddings/oleObject46.bin"/></Relationships>
</file>

<file path=ppt/slides/_rels/slide1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49.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E7F830C-4277-4A0F-B522-3B62BB616ED5}"/>
              </a:ext>
            </a:extLst>
          </p:cNvPr>
          <p:cNvPicPr>
            <a:picLocks noGrp="1" noChangeAspect="1"/>
          </p:cNvPicPr>
          <p:nvPr>
            <p:ph idx="1"/>
          </p:nvPr>
        </p:nvPicPr>
        <p:blipFill>
          <a:blip r:embed="rId2"/>
          <a:stretch>
            <a:fillRect/>
          </a:stretch>
        </p:blipFill>
        <p:spPr>
          <a:xfrm>
            <a:off x="4314825" y="1578852"/>
            <a:ext cx="3562350" cy="3562350"/>
          </a:xfrm>
          <a:prstGeom prst="rect">
            <a:avLst/>
          </a:prstGeom>
        </p:spPr>
      </p:pic>
      <p:sp>
        <p:nvSpPr>
          <p:cNvPr id="2" name="TextBox 1">
            <a:extLst>
              <a:ext uri="{FF2B5EF4-FFF2-40B4-BE49-F238E27FC236}">
                <a16:creationId xmlns:a16="http://schemas.microsoft.com/office/drawing/2014/main" id="{2E37E2BA-EC13-4CCB-80F9-37425E3E6A21}"/>
              </a:ext>
            </a:extLst>
          </p:cNvPr>
          <p:cNvSpPr txBox="1"/>
          <p:nvPr/>
        </p:nvSpPr>
        <p:spPr>
          <a:xfrm>
            <a:off x="3632921" y="5440658"/>
            <a:ext cx="4926157" cy="369332"/>
          </a:xfrm>
          <a:prstGeom prst="rect">
            <a:avLst/>
          </a:prstGeom>
          <a:noFill/>
        </p:spPr>
        <p:txBody>
          <a:bodyPr wrap="none" rtlCol="0">
            <a:spAutoFit/>
          </a:bodyPr>
          <a:lstStyle/>
          <a:p>
            <a:r>
              <a:rPr lang="en-US" dirty="0"/>
              <a:t>example of a texture patch with detected contours</a:t>
            </a:r>
          </a:p>
        </p:txBody>
      </p:sp>
    </p:spTree>
    <p:extLst>
      <p:ext uri="{BB962C8B-B14F-4D97-AF65-F5344CB8AC3E}">
        <p14:creationId xmlns:p14="http://schemas.microsoft.com/office/powerpoint/2010/main" val="2607283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04C5-706B-4482-93B8-0E90101E1B53}"/>
              </a:ext>
            </a:extLst>
          </p:cNvPr>
          <p:cNvSpPr>
            <a:spLocks noGrp="1"/>
          </p:cNvSpPr>
          <p:nvPr>
            <p:ph type="title"/>
          </p:nvPr>
        </p:nvSpPr>
        <p:spPr/>
        <p:txBody>
          <a:bodyPr>
            <a:normAutofit/>
          </a:bodyPr>
          <a:lstStyle/>
          <a:p>
            <a:r>
              <a:rPr lang="en-US" sz="3200" b="1" dirty="0">
                <a:latin typeface="+mn-lt"/>
              </a:rPr>
              <a:t>Finding theoretical distributions for different empirically sampled features</a:t>
            </a:r>
          </a:p>
        </p:txBody>
      </p:sp>
      <p:sp>
        <p:nvSpPr>
          <p:cNvPr id="3" name="Content Placeholder 2">
            <a:extLst>
              <a:ext uri="{FF2B5EF4-FFF2-40B4-BE49-F238E27FC236}">
                <a16:creationId xmlns:a16="http://schemas.microsoft.com/office/drawing/2014/main" id="{86074583-1985-4F91-AC8E-7BE1E534FD4E}"/>
              </a:ext>
            </a:extLst>
          </p:cNvPr>
          <p:cNvSpPr>
            <a:spLocks noGrp="1"/>
          </p:cNvSpPr>
          <p:nvPr>
            <p:ph idx="1"/>
          </p:nvPr>
        </p:nvSpPr>
        <p:spPr/>
        <p:txBody>
          <a:bodyPr>
            <a:normAutofit fontScale="62500" lnSpcReduction="20000"/>
          </a:bodyPr>
          <a:lstStyle/>
          <a:p>
            <a:r>
              <a:rPr lang="en-US" dirty="0"/>
              <a:t>Different features, </a:t>
            </a:r>
            <a:r>
              <a:rPr lang="en-US" dirty="0" err="1"/>
              <a:t>eg</a:t>
            </a:r>
            <a:r>
              <a:rPr lang="en-US" dirty="0"/>
              <a:t> power spectrum, histogram, edge contour number, density, length, edge power etc. have different empirical distributions for different textures (both in the texture discrimination problem, or for blank vs target in camouflage detection).</a:t>
            </a:r>
          </a:p>
          <a:p>
            <a:r>
              <a:rPr lang="en-US" dirty="0"/>
              <a:t>We have some guesses for what some of these are (</a:t>
            </a:r>
            <a:r>
              <a:rPr lang="en-US" dirty="0" err="1"/>
              <a:t>eg</a:t>
            </a:r>
            <a:r>
              <a:rPr lang="en-US" dirty="0"/>
              <a:t>, independent exponential power spectrum, but it remains to be thoroughly tested, or multinomial histogram, or exponential contour length).</a:t>
            </a:r>
          </a:p>
          <a:p>
            <a:r>
              <a:rPr lang="en-US" dirty="0"/>
              <a:t>A more proper way would be some standard protocol to test how well some theoretical distribution fits these empirical distributions. This both enriches our knowledge of true natural statistics, and makes our brain models better because they use better-matching theoretical distributions.</a:t>
            </a:r>
          </a:p>
          <a:p>
            <a:r>
              <a:rPr lang="en-US" dirty="0"/>
              <a:t>An example of how to do this, for contour length:</a:t>
            </a:r>
          </a:p>
          <a:p>
            <a:pPr lvl="1"/>
            <a:r>
              <a:rPr lang="en-US" dirty="0"/>
              <a:t>Measure a set of contour lengths for each of many patches of a texture.</a:t>
            </a:r>
          </a:p>
          <a:p>
            <a:pPr lvl="1"/>
            <a:r>
              <a:rPr lang="en-US" dirty="0"/>
              <a:t>Now let’s say we assume exponential distribution of contour lengths. First find the ML exponential parameter from the pooled data (here, mean length).</a:t>
            </a:r>
          </a:p>
          <a:p>
            <a:pPr lvl="1"/>
            <a:r>
              <a:rPr lang="en-US" dirty="0"/>
              <a:t>Then compute the likelihood of the length-set of each patch. This gives us a distribution of empirical likelihoods.</a:t>
            </a:r>
          </a:p>
          <a:p>
            <a:pPr lvl="1"/>
            <a:r>
              <a:rPr lang="en-US" dirty="0"/>
              <a:t>Now simulate ‘observations’ from this ML theoretical distribution, and generate the likelihoods of those length-sets.</a:t>
            </a:r>
          </a:p>
          <a:p>
            <a:pPr lvl="1"/>
            <a:r>
              <a:rPr lang="en-US" dirty="0"/>
              <a:t>Now compare the distribution of the </a:t>
            </a:r>
            <a:r>
              <a:rPr lang="en-US" dirty="0" err="1"/>
              <a:t>emprirical</a:t>
            </a:r>
            <a:r>
              <a:rPr lang="en-US" dirty="0"/>
              <a:t> likelihoods vs bootstrapped likelihoods. We can plot the distributions together. We can also compute their KL divergence (which is related to the likelihood of one distribution under another). We can also see how far is the mean empirical likelihood as </a:t>
            </a:r>
            <a:r>
              <a:rPr lang="en-US" dirty="0" err="1"/>
              <a:t>sd’s</a:t>
            </a:r>
            <a:r>
              <a:rPr lang="en-US" dirty="0"/>
              <a:t> from the bootstrapped likelihood mean (a confidence interval).</a:t>
            </a:r>
          </a:p>
          <a:p>
            <a:pPr lvl="1"/>
            <a:r>
              <a:rPr lang="en-US" dirty="0"/>
              <a:t>Now do this for each </a:t>
            </a:r>
            <a:r>
              <a:rPr lang="en-US"/>
              <a:t>texture across </a:t>
            </a:r>
            <a:r>
              <a:rPr lang="en-US" dirty="0"/>
              <a:t>a large database of textures (say </a:t>
            </a:r>
            <a:r>
              <a:rPr lang="en-US" dirty="0" err="1"/>
              <a:t>Brodatz</a:t>
            </a:r>
            <a:r>
              <a:rPr lang="en-US" dirty="0"/>
              <a:t> plus the newer database Bill emailed about).</a:t>
            </a:r>
          </a:p>
        </p:txBody>
      </p:sp>
    </p:spTree>
    <p:extLst>
      <p:ext uri="{BB962C8B-B14F-4D97-AF65-F5344CB8AC3E}">
        <p14:creationId xmlns:p14="http://schemas.microsoft.com/office/powerpoint/2010/main" val="1912485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D22F8E-10EC-457A-A51F-2FBF7AA4E68B}"/>
              </a:ext>
            </a:extLst>
          </p:cNvPr>
          <p:cNvPicPr>
            <a:picLocks noChangeAspect="1"/>
          </p:cNvPicPr>
          <p:nvPr/>
        </p:nvPicPr>
        <p:blipFill>
          <a:blip r:embed="rId2"/>
          <a:stretch>
            <a:fillRect/>
          </a:stretch>
        </p:blipFill>
        <p:spPr>
          <a:xfrm>
            <a:off x="1981245" y="785813"/>
            <a:ext cx="3426729" cy="2413496"/>
          </a:xfrm>
          <a:prstGeom prst="rect">
            <a:avLst/>
          </a:prstGeom>
        </p:spPr>
      </p:pic>
      <p:pic>
        <p:nvPicPr>
          <p:cNvPr id="5" name="Picture 4">
            <a:extLst>
              <a:ext uri="{FF2B5EF4-FFF2-40B4-BE49-F238E27FC236}">
                <a16:creationId xmlns:a16="http://schemas.microsoft.com/office/drawing/2014/main" id="{3F3AABC8-432C-4396-B88E-C98E7D3F09A5}"/>
              </a:ext>
            </a:extLst>
          </p:cNvPr>
          <p:cNvPicPr>
            <a:picLocks noChangeAspect="1"/>
          </p:cNvPicPr>
          <p:nvPr/>
        </p:nvPicPr>
        <p:blipFill>
          <a:blip r:embed="rId3"/>
          <a:stretch>
            <a:fillRect/>
          </a:stretch>
        </p:blipFill>
        <p:spPr>
          <a:xfrm>
            <a:off x="6465607" y="785813"/>
            <a:ext cx="3383243" cy="2413496"/>
          </a:xfrm>
          <a:prstGeom prst="rect">
            <a:avLst/>
          </a:prstGeom>
        </p:spPr>
      </p:pic>
      <p:sp>
        <p:nvSpPr>
          <p:cNvPr id="6" name="TextBox 5">
            <a:extLst>
              <a:ext uri="{FF2B5EF4-FFF2-40B4-BE49-F238E27FC236}">
                <a16:creationId xmlns:a16="http://schemas.microsoft.com/office/drawing/2014/main" id="{8B209149-9C01-4D0D-88D5-4FEB6F99C134}"/>
              </a:ext>
            </a:extLst>
          </p:cNvPr>
          <p:cNvSpPr txBox="1"/>
          <p:nvPr/>
        </p:nvSpPr>
        <p:spPr>
          <a:xfrm>
            <a:off x="3718586" y="4069073"/>
            <a:ext cx="2926048" cy="738664"/>
          </a:xfrm>
          <a:prstGeom prst="rect">
            <a:avLst/>
          </a:prstGeom>
          <a:noFill/>
        </p:spPr>
        <p:txBody>
          <a:bodyPr wrap="square" rtlCol="0">
            <a:spAutoFit/>
          </a:bodyPr>
          <a:lstStyle>
            <a:defPPr>
              <a:defRPr lang="en-US"/>
            </a:defPPr>
            <a:lvl1pPr>
              <a:defRPr sz="1050"/>
            </a:lvl1pPr>
          </a:lstStyle>
          <a:p>
            <a:r>
              <a:rPr lang="en-US" dirty="0"/>
              <a:t>The number of contours is not Poisson distributed (mean not equal to var). It could be modeled as a Gaussian (discrete version is like Binomial), though sometimes the skewness is off.</a:t>
            </a:r>
          </a:p>
        </p:txBody>
      </p:sp>
    </p:spTree>
    <p:extLst>
      <p:ext uri="{BB962C8B-B14F-4D97-AF65-F5344CB8AC3E}">
        <p14:creationId xmlns:p14="http://schemas.microsoft.com/office/powerpoint/2010/main" val="2747529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3309AAC8-5C61-4F62-B267-6F3F852BEBBE}"/>
              </a:ext>
            </a:extLst>
          </p:cNvPr>
          <p:cNvGraphicFramePr>
            <a:graphicFrameLocks noChangeAspect="1"/>
          </p:cNvGraphicFramePr>
          <p:nvPr>
            <p:extLst>
              <p:ext uri="{D42A27DB-BD31-4B8C-83A1-F6EECF244321}">
                <p14:modId xmlns:p14="http://schemas.microsoft.com/office/powerpoint/2010/main" val="3150063159"/>
              </p:ext>
            </p:extLst>
          </p:nvPr>
        </p:nvGraphicFramePr>
        <p:xfrm>
          <a:off x="814388" y="784225"/>
          <a:ext cx="4572000" cy="850900"/>
        </p:xfrm>
        <a:graphic>
          <a:graphicData uri="http://schemas.openxmlformats.org/presentationml/2006/ole">
            <mc:AlternateContent xmlns:mc="http://schemas.openxmlformats.org/markup-compatibility/2006">
              <mc:Choice xmlns:v="urn:schemas-microsoft-com:vml" Requires="v">
                <p:oleObj name="Equation" r:id="rId3" imgW="4572000" imgH="850680" progId="Equation.DSMT4">
                  <p:embed/>
                </p:oleObj>
              </mc:Choice>
              <mc:Fallback>
                <p:oleObj name="Equation" r:id="rId3" imgW="4572000" imgH="850680" progId="Equation.DSMT4">
                  <p:embed/>
                  <p:pic>
                    <p:nvPicPr>
                      <p:cNvPr id="2" name="Object 1">
                        <a:extLst>
                          <a:ext uri="{FF2B5EF4-FFF2-40B4-BE49-F238E27FC236}">
                            <a16:creationId xmlns:a16="http://schemas.microsoft.com/office/drawing/2014/main" id="{3309AAC8-5C61-4F62-B267-6F3F852BEBBE}"/>
                          </a:ext>
                        </a:extLst>
                      </p:cNvPr>
                      <p:cNvPicPr/>
                      <p:nvPr/>
                    </p:nvPicPr>
                    <p:blipFill>
                      <a:blip r:embed="rId4"/>
                      <a:stretch>
                        <a:fillRect/>
                      </a:stretch>
                    </p:blipFill>
                    <p:spPr>
                      <a:xfrm>
                        <a:off x="814388" y="784225"/>
                        <a:ext cx="4572000" cy="8509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669828C7-5828-4FE9-A54D-F38459D7B610}"/>
              </a:ext>
            </a:extLst>
          </p:cNvPr>
          <p:cNvGraphicFramePr>
            <a:graphicFrameLocks noChangeAspect="1"/>
          </p:cNvGraphicFramePr>
          <p:nvPr>
            <p:extLst>
              <p:ext uri="{D42A27DB-BD31-4B8C-83A1-F6EECF244321}">
                <p14:modId xmlns:p14="http://schemas.microsoft.com/office/powerpoint/2010/main" val="3057670026"/>
              </p:ext>
            </p:extLst>
          </p:nvPr>
        </p:nvGraphicFramePr>
        <p:xfrm>
          <a:off x="814388" y="2554288"/>
          <a:ext cx="3200400" cy="1130300"/>
        </p:xfrm>
        <a:graphic>
          <a:graphicData uri="http://schemas.openxmlformats.org/presentationml/2006/ole">
            <mc:AlternateContent xmlns:mc="http://schemas.openxmlformats.org/markup-compatibility/2006">
              <mc:Choice xmlns:v="urn:schemas-microsoft-com:vml" Requires="v">
                <p:oleObj name="Equation" r:id="rId5" imgW="3200400" imgH="1130040" progId="Equation.DSMT4">
                  <p:embed/>
                </p:oleObj>
              </mc:Choice>
              <mc:Fallback>
                <p:oleObj name="Equation" r:id="rId5" imgW="3200400" imgH="1130040" progId="Equation.DSMT4">
                  <p:embed/>
                  <p:pic>
                    <p:nvPicPr>
                      <p:cNvPr id="3" name="Object 2">
                        <a:extLst>
                          <a:ext uri="{FF2B5EF4-FFF2-40B4-BE49-F238E27FC236}">
                            <a16:creationId xmlns:a16="http://schemas.microsoft.com/office/drawing/2014/main" id="{669828C7-5828-4FE9-A54D-F38459D7B610}"/>
                          </a:ext>
                        </a:extLst>
                      </p:cNvPr>
                      <p:cNvPicPr/>
                      <p:nvPr/>
                    </p:nvPicPr>
                    <p:blipFill>
                      <a:blip r:embed="rId6"/>
                      <a:stretch>
                        <a:fillRect/>
                      </a:stretch>
                    </p:blipFill>
                    <p:spPr>
                      <a:xfrm>
                        <a:off x="814388" y="2554288"/>
                        <a:ext cx="3200400" cy="11303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1C797A1D-9BB2-4A6F-BA55-77DCF046EA11}"/>
              </a:ext>
            </a:extLst>
          </p:cNvPr>
          <p:cNvGraphicFramePr>
            <a:graphicFrameLocks noChangeAspect="1"/>
          </p:cNvGraphicFramePr>
          <p:nvPr>
            <p:extLst>
              <p:ext uri="{D42A27DB-BD31-4B8C-83A1-F6EECF244321}">
                <p14:modId xmlns:p14="http://schemas.microsoft.com/office/powerpoint/2010/main" val="3703937447"/>
              </p:ext>
            </p:extLst>
          </p:nvPr>
        </p:nvGraphicFramePr>
        <p:xfrm>
          <a:off x="814388" y="3884613"/>
          <a:ext cx="2628900" cy="876300"/>
        </p:xfrm>
        <a:graphic>
          <a:graphicData uri="http://schemas.openxmlformats.org/presentationml/2006/ole">
            <mc:AlternateContent xmlns:mc="http://schemas.openxmlformats.org/markup-compatibility/2006">
              <mc:Choice xmlns:v="urn:schemas-microsoft-com:vml" Requires="v">
                <p:oleObj name="Equation" r:id="rId7" imgW="2628720" imgH="876240" progId="Equation.DSMT4">
                  <p:embed/>
                </p:oleObj>
              </mc:Choice>
              <mc:Fallback>
                <p:oleObj name="Equation" r:id="rId7" imgW="2628720" imgH="876240" progId="Equation.DSMT4">
                  <p:embed/>
                  <p:pic>
                    <p:nvPicPr>
                      <p:cNvPr id="4" name="Object 3">
                        <a:extLst>
                          <a:ext uri="{FF2B5EF4-FFF2-40B4-BE49-F238E27FC236}">
                            <a16:creationId xmlns:a16="http://schemas.microsoft.com/office/drawing/2014/main" id="{1C797A1D-9BB2-4A6F-BA55-77DCF046EA11}"/>
                          </a:ext>
                        </a:extLst>
                      </p:cNvPr>
                      <p:cNvPicPr/>
                      <p:nvPr/>
                    </p:nvPicPr>
                    <p:blipFill>
                      <a:blip r:embed="rId8"/>
                      <a:stretch>
                        <a:fillRect/>
                      </a:stretch>
                    </p:blipFill>
                    <p:spPr>
                      <a:xfrm>
                        <a:off x="814388" y="3884613"/>
                        <a:ext cx="2628900" cy="8763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A50EFFF0-0B9D-48D4-9509-A0EE9EC70C3C}"/>
              </a:ext>
            </a:extLst>
          </p:cNvPr>
          <p:cNvGraphicFramePr>
            <a:graphicFrameLocks noChangeAspect="1"/>
          </p:cNvGraphicFramePr>
          <p:nvPr>
            <p:extLst>
              <p:ext uri="{D42A27DB-BD31-4B8C-83A1-F6EECF244321}">
                <p14:modId xmlns:p14="http://schemas.microsoft.com/office/powerpoint/2010/main" val="903480943"/>
              </p:ext>
            </p:extLst>
          </p:nvPr>
        </p:nvGraphicFramePr>
        <p:xfrm>
          <a:off x="808038" y="5014913"/>
          <a:ext cx="8140700" cy="685800"/>
        </p:xfrm>
        <a:graphic>
          <a:graphicData uri="http://schemas.openxmlformats.org/presentationml/2006/ole">
            <mc:AlternateContent xmlns:mc="http://schemas.openxmlformats.org/markup-compatibility/2006">
              <mc:Choice xmlns:v="urn:schemas-microsoft-com:vml" Requires="v">
                <p:oleObj name="Equation" r:id="rId9" imgW="8140680" imgH="685800" progId="Equation.DSMT4">
                  <p:embed/>
                </p:oleObj>
              </mc:Choice>
              <mc:Fallback>
                <p:oleObj name="Equation" r:id="rId9" imgW="8140680" imgH="685800" progId="Equation.DSMT4">
                  <p:embed/>
                  <p:pic>
                    <p:nvPicPr>
                      <p:cNvPr id="5" name="Object 4">
                        <a:extLst>
                          <a:ext uri="{FF2B5EF4-FFF2-40B4-BE49-F238E27FC236}">
                            <a16:creationId xmlns:a16="http://schemas.microsoft.com/office/drawing/2014/main" id="{A50EFFF0-0B9D-48D4-9509-A0EE9EC70C3C}"/>
                          </a:ext>
                        </a:extLst>
                      </p:cNvPr>
                      <p:cNvPicPr/>
                      <p:nvPr/>
                    </p:nvPicPr>
                    <p:blipFill>
                      <a:blip r:embed="rId10"/>
                      <a:stretch>
                        <a:fillRect/>
                      </a:stretch>
                    </p:blipFill>
                    <p:spPr>
                      <a:xfrm>
                        <a:off x="808038" y="5014913"/>
                        <a:ext cx="8140700" cy="685800"/>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F0581B78-9046-4629-884F-319860A460E3}"/>
              </a:ext>
            </a:extLst>
          </p:cNvPr>
          <p:cNvSpPr txBox="1"/>
          <p:nvPr/>
        </p:nvSpPr>
        <p:spPr>
          <a:xfrm>
            <a:off x="1066855" y="194748"/>
            <a:ext cx="10770192" cy="369332"/>
          </a:xfrm>
          <a:prstGeom prst="rect">
            <a:avLst/>
          </a:prstGeom>
          <a:noFill/>
        </p:spPr>
        <p:txBody>
          <a:bodyPr wrap="none" rtlCol="0">
            <a:spAutoFit/>
          </a:bodyPr>
          <a:lstStyle/>
          <a:p>
            <a:r>
              <a:rPr lang="en-US" b="1" dirty="0"/>
              <a:t>Ideal Observer For Discriminating Unknown Power Spectra: Two-Interval, Two-Alternative, Same-Different Task </a:t>
            </a:r>
          </a:p>
        </p:txBody>
      </p:sp>
      <p:sp>
        <p:nvSpPr>
          <p:cNvPr id="11" name="TextBox 10">
            <a:extLst>
              <a:ext uri="{FF2B5EF4-FFF2-40B4-BE49-F238E27FC236}">
                <a16:creationId xmlns:a16="http://schemas.microsoft.com/office/drawing/2014/main" id="{16F239D0-6555-4D57-805C-B931E2E64BDE}"/>
              </a:ext>
            </a:extLst>
          </p:cNvPr>
          <p:cNvSpPr txBox="1"/>
          <p:nvPr/>
        </p:nvSpPr>
        <p:spPr>
          <a:xfrm>
            <a:off x="6290729" y="1131326"/>
            <a:ext cx="2737801" cy="369332"/>
          </a:xfrm>
          <a:prstGeom prst="rect">
            <a:avLst/>
          </a:prstGeom>
          <a:noFill/>
        </p:spPr>
        <p:txBody>
          <a:bodyPr wrap="none" rtlCol="0">
            <a:spAutoFit/>
          </a:bodyPr>
          <a:lstStyle/>
          <a:p>
            <a:r>
              <a:rPr lang="en-US" dirty="0"/>
              <a:t>probability of same spectra</a:t>
            </a:r>
          </a:p>
        </p:txBody>
      </p:sp>
      <p:sp>
        <p:nvSpPr>
          <p:cNvPr id="12" name="TextBox 11">
            <a:extLst>
              <a:ext uri="{FF2B5EF4-FFF2-40B4-BE49-F238E27FC236}">
                <a16:creationId xmlns:a16="http://schemas.microsoft.com/office/drawing/2014/main" id="{A9EA632E-D2B8-450A-B56F-50593445CA4E}"/>
              </a:ext>
            </a:extLst>
          </p:cNvPr>
          <p:cNvSpPr txBox="1"/>
          <p:nvPr/>
        </p:nvSpPr>
        <p:spPr>
          <a:xfrm>
            <a:off x="6461756" y="4011710"/>
            <a:ext cx="1809919" cy="369332"/>
          </a:xfrm>
          <a:prstGeom prst="rect">
            <a:avLst/>
          </a:prstGeom>
          <a:noFill/>
        </p:spPr>
        <p:txBody>
          <a:bodyPr wrap="none" rtlCol="0">
            <a:spAutoFit/>
          </a:bodyPr>
          <a:lstStyle/>
          <a:p>
            <a:r>
              <a:rPr lang="en-US" dirty="0"/>
              <a:t>decision variable</a:t>
            </a:r>
          </a:p>
        </p:txBody>
      </p:sp>
      <p:sp>
        <p:nvSpPr>
          <p:cNvPr id="13" name="TextBox 12">
            <a:extLst>
              <a:ext uri="{FF2B5EF4-FFF2-40B4-BE49-F238E27FC236}">
                <a16:creationId xmlns:a16="http://schemas.microsoft.com/office/drawing/2014/main" id="{C54A2DEB-D545-474F-9F58-2B2E3466540E}"/>
              </a:ext>
            </a:extLst>
          </p:cNvPr>
          <p:cNvSpPr txBox="1"/>
          <p:nvPr/>
        </p:nvSpPr>
        <p:spPr>
          <a:xfrm>
            <a:off x="9113487" y="5172676"/>
            <a:ext cx="2521716" cy="369332"/>
          </a:xfrm>
          <a:prstGeom prst="rect">
            <a:avLst/>
          </a:prstGeom>
          <a:noFill/>
        </p:spPr>
        <p:txBody>
          <a:bodyPr wrap="none" rtlCol="0">
            <a:spAutoFit/>
          </a:bodyPr>
          <a:lstStyle/>
          <a:p>
            <a:r>
              <a:rPr lang="en-US" dirty="0"/>
              <a:t>exponential distributions</a:t>
            </a:r>
          </a:p>
        </p:txBody>
      </p:sp>
      <p:graphicFrame>
        <p:nvGraphicFramePr>
          <p:cNvPr id="14" name="Object 13">
            <a:extLst>
              <a:ext uri="{FF2B5EF4-FFF2-40B4-BE49-F238E27FC236}">
                <a16:creationId xmlns:a16="http://schemas.microsoft.com/office/drawing/2014/main" id="{ECB9D991-E834-4320-AC60-D147CBE7AE07}"/>
              </a:ext>
            </a:extLst>
          </p:cNvPr>
          <p:cNvGraphicFramePr>
            <a:graphicFrameLocks noChangeAspect="1"/>
          </p:cNvGraphicFramePr>
          <p:nvPr>
            <p:extLst>
              <p:ext uri="{D42A27DB-BD31-4B8C-83A1-F6EECF244321}">
                <p14:modId xmlns:p14="http://schemas.microsoft.com/office/powerpoint/2010/main" val="2078245876"/>
              </p:ext>
            </p:extLst>
          </p:nvPr>
        </p:nvGraphicFramePr>
        <p:xfrm>
          <a:off x="795338" y="1962150"/>
          <a:ext cx="2298700" cy="419100"/>
        </p:xfrm>
        <a:graphic>
          <a:graphicData uri="http://schemas.openxmlformats.org/presentationml/2006/ole">
            <mc:AlternateContent xmlns:mc="http://schemas.openxmlformats.org/markup-compatibility/2006">
              <mc:Choice xmlns:v="urn:schemas-microsoft-com:vml" Requires="v">
                <p:oleObj name="Equation" r:id="rId11" imgW="2298600" imgH="419040" progId="Equation.DSMT4">
                  <p:embed/>
                </p:oleObj>
              </mc:Choice>
              <mc:Fallback>
                <p:oleObj name="Equation" r:id="rId11" imgW="2298600" imgH="419040" progId="Equation.DSMT4">
                  <p:embed/>
                  <p:pic>
                    <p:nvPicPr>
                      <p:cNvPr id="14" name="Object 13">
                        <a:extLst>
                          <a:ext uri="{FF2B5EF4-FFF2-40B4-BE49-F238E27FC236}">
                            <a16:creationId xmlns:a16="http://schemas.microsoft.com/office/drawing/2014/main" id="{ECB9D991-E834-4320-AC60-D147CBE7AE07}"/>
                          </a:ext>
                        </a:extLst>
                      </p:cNvPr>
                      <p:cNvPicPr/>
                      <p:nvPr/>
                    </p:nvPicPr>
                    <p:blipFill>
                      <a:blip r:embed="rId12"/>
                      <a:stretch>
                        <a:fillRect/>
                      </a:stretch>
                    </p:blipFill>
                    <p:spPr>
                      <a:xfrm>
                        <a:off x="795338" y="1962150"/>
                        <a:ext cx="2298700" cy="419100"/>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AA029D6B-2EF4-456F-9BEC-E3F318F4E9C5}"/>
              </a:ext>
            </a:extLst>
          </p:cNvPr>
          <p:cNvSpPr txBox="1"/>
          <p:nvPr/>
        </p:nvSpPr>
        <p:spPr>
          <a:xfrm>
            <a:off x="6314001" y="2010896"/>
            <a:ext cx="2448747" cy="369332"/>
          </a:xfrm>
          <a:prstGeom prst="rect">
            <a:avLst/>
          </a:prstGeom>
          <a:noFill/>
        </p:spPr>
        <p:txBody>
          <a:bodyPr wrap="none" rtlCol="0">
            <a:spAutoFit/>
          </a:bodyPr>
          <a:lstStyle/>
          <a:p>
            <a:r>
              <a:rPr lang="en-US" dirty="0"/>
              <a:t>observed power spectra</a:t>
            </a:r>
          </a:p>
        </p:txBody>
      </p:sp>
      <p:graphicFrame>
        <p:nvGraphicFramePr>
          <p:cNvPr id="16" name="Object 15">
            <a:extLst>
              <a:ext uri="{FF2B5EF4-FFF2-40B4-BE49-F238E27FC236}">
                <a16:creationId xmlns:a16="http://schemas.microsoft.com/office/drawing/2014/main" id="{DCCA7489-A15E-4500-9841-A304A6FBAE86}"/>
              </a:ext>
            </a:extLst>
          </p:cNvPr>
          <p:cNvGraphicFramePr>
            <a:graphicFrameLocks noChangeAspect="1"/>
          </p:cNvGraphicFramePr>
          <p:nvPr>
            <p:extLst>
              <p:ext uri="{D42A27DB-BD31-4B8C-83A1-F6EECF244321}">
                <p14:modId xmlns:p14="http://schemas.microsoft.com/office/powerpoint/2010/main" val="1848644966"/>
              </p:ext>
            </p:extLst>
          </p:nvPr>
        </p:nvGraphicFramePr>
        <p:xfrm>
          <a:off x="814388" y="5957888"/>
          <a:ext cx="2235200" cy="685800"/>
        </p:xfrm>
        <a:graphic>
          <a:graphicData uri="http://schemas.openxmlformats.org/presentationml/2006/ole">
            <mc:AlternateContent xmlns:mc="http://schemas.openxmlformats.org/markup-compatibility/2006">
              <mc:Choice xmlns:v="urn:schemas-microsoft-com:vml" Requires="v">
                <p:oleObj name="Equation" r:id="rId13" imgW="2234880" imgH="685800" progId="Equation.DSMT4">
                  <p:embed/>
                </p:oleObj>
              </mc:Choice>
              <mc:Fallback>
                <p:oleObj name="Equation" r:id="rId13" imgW="2234880" imgH="685800" progId="Equation.DSMT4">
                  <p:embed/>
                  <p:pic>
                    <p:nvPicPr>
                      <p:cNvPr id="16" name="Object 15">
                        <a:extLst>
                          <a:ext uri="{FF2B5EF4-FFF2-40B4-BE49-F238E27FC236}">
                            <a16:creationId xmlns:a16="http://schemas.microsoft.com/office/drawing/2014/main" id="{DCCA7489-A15E-4500-9841-A304A6FBAE86}"/>
                          </a:ext>
                        </a:extLst>
                      </p:cNvPr>
                      <p:cNvPicPr/>
                      <p:nvPr/>
                    </p:nvPicPr>
                    <p:blipFill>
                      <a:blip r:embed="rId14"/>
                      <a:stretch>
                        <a:fillRect/>
                      </a:stretch>
                    </p:blipFill>
                    <p:spPr>
                      <a:xfrm>
                        <a:off x="814388" y="5957888"/>
                        <a:ext cx="2235200" cy="6858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E623E3CB-382A-4F10-8299-53F2F76F28C7}"/>
              </a:ext>
            </a:extLst>
          </p:cNvPr>
          <p:cNvGraphicFramePr>
            <a:graphicFrameLocks noChangeAspect="1"/>
          </p:cNvGraphicFramePr>
          <p:nvPr>
            <p:extLst>
              <p:ext uri="{D42A27DB-BD31-4B8C-83A1-F6EECF244321}">
                <p14:modId xmlns:p14="http://schemas.microsoft.com/office/powerpoint/2010/main" val="4052052488"/>
              </p:ext>
            </p:extLst>
          </p:nvPr>
        </p:nvGraphicFramePr>
        <p:xfrm>
          <a:off x="3503613" y="1947863"/>
          <a:ext cx="2286000" cy="419100"/>
        </p:xfrm>
        <a:graphic>
          <a:graphicData uri="http://schemas.openxmlformats.org/presentationml/2006/ole">
            <mc:AlternateContent xmlns:mc="http://schemas.openxmlformats.org/markup-compatibility/2006">
              <mc:Choice xmlns:v="urn:schemas-microsoft-com:vml" Requires="v">
                <p:oleObj name="Equation" r:id="rId15" imgW="2286000" imgH="419040" progId="Equation.DSMT4">
                  <p:embed/>
                </p:oleObj>
              </mc:Choice>
              <mc:Fallback>
                <p:oleObj name="Equation" r:id="rId15" imgW="2286000" imgH="419040" progId="Equation.DSMT4">
                  <p:embed/>
                  <p:pic>
                    <p:nvPicPr>
                      <p:cNvPr id="17" name="Object 16">
                        <a:extLst>
                          <a:ext uri="{FF2B5EF4-FFF2-40B4-BE49-F238E27FC236}">
                            <a16:creationId xmlns:a16="http://schemas.microsoft.com/office/drawing/2014/main" id="{E623E3CB-382A-4F10-8299-53F2F76F28C7}"/>
                          </a:ext>
                        </a:extLst>
                      </p:cNvPr>
                      <p:cNvPicPr/>
                      <p:nvPr/>
                    </p:nvPicPr>
                    <p:blipFill>
                      <a:blip r:embed="rId16"/>
                      <a:stretch>
                        <a:fillRect/>
                      </a:stretch>
                    </p:blipFill>
                    <p:spPr>
                      <a:xfrm>
                        <a:off x="3503613" y="1947863"/>
                        <a:ext cx="2286000" cy="4191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D90FA46A-BA12-41CB-8C6D-7F1930BEEDAD}"/>
              </a:ext>
            </a:extLst>
          </p:cNvPr>
          <p:cNvGraphicFramePr>
            <a:graphicFrameLocks noChangeAspect="1"/>
          </p:cNvGraphicFramePr>
          <p:nvPr>
            <p:extLst>
              <p:ext uri="{D42A27DB-BD31-4B8C-83A1-F6EECF244321}">
                <p14:modId xmlns:p14="http://schemas.microsoft.com/office/powerpoint/2010/main" val="3175887616"/>
              </p:ext>
            </p:extLst>
          </p:nvPr>
        </p:nvGraphicFramePr>
        <p:xfrm>
          <a:off x="4646613" y="6090202"/>
          <a:ext cx="1041400" cy="342900"/>
        </p:xfrm>
        <a:graphic>
          <a:graphicData uri="http://schemas.openxmlformats.org/presentationml/2006/ole">
            <mc:AlternateContent xmlns:mc="http://schemas.openxmlformats.org/markup-compatibility/2006">
              <mc:Choice xmlns:v="urn:schemas-microsoft-com:vml" Requires="v">
                <p:oleObj name="Equation" r:id="rId17" imgW="1040998" imgH="343211" progId="Equation.DSMT4">
                  <p:embed/>
                </p:oleObj>
              </mc:Choice>
              <mc:Fallback>
                <p:oleObj name="Equation" r:id="rId17" imgW="1040998" imgH="343211" progId="Equation.DSMT4">
                  <p:embed/>
                  <p:pic>
                    <p:nvPicPr>
                      <p:cNvPr id="6" name="Object 5">
                        <a:extLst>
                          <a:ext uri="{FF2B5EF4-FFF2-40B4-BE49-F238E27FC236}">
                            <a16:creationId xmlns:a16="http://schemas.microsoft.com/office/drawing/2014/main" id="{D90FA46A-BA12-41CB-8C6D-7F1930BEEDAD}"/>
                          </a:ext>
                        </a:extLst>
                      </p:cNvPr>
                      <p:cNvPicPr/>
                      <p:nvPr/>
                    </p:nvPicPr>
                    <p:blipFill>
                      <a:blip r:embed="rId18"/>
                      <a:stretch>
                        <a:fillRect/>
                      </a:stretch>
                    </p:blipFill>
                    <p:spPr>
                      <a:xfrm>
                        <a:off x="4646613" y="6090202"/>
                        <a:ext cx="1041400" cy="342900"/>
                      </a:xfrm>
                      <a:prstGeom prst="rect">
                        <a:avLst/>
                      </a:prstGeom>
                    </p:spPr>
                  </p:pic>
                </p:oleObj>
              </mc:Fallback>
            </mc:AlternateContent>
          </a:graphicData>
        </a:graphic>
      </p:graphicFrame>
    </p:spTree>
    <p:extLst>
      <p:ext uri="{BB962C8B-B14F-4D97-AF65-F5344CB8AC3E}">
        <p14:creationId xmlns:p14="http://schemas.microsoft.com/office/powerpoint/2010/main" val="174573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741FB266-FE8B-4C72-89F6-FBA53A632794}"/>
              </a:ext>
            </a:extLst>
          </p:cNvPr>
          <p:cNvGraphicFramePr>
            <a:graphicFrameLocks noChangeAspect="1"/>
          </p:cNvGraphicFramePr>
          <p:nvPr>
            <p:extLst>
              <p:ext uri="{D42A27DB-BD31-4B8C-83A1-F6EECF244321}">
                <p14:modId xmlns:p14="http://schemas.microsoft.com/office/powerpoint/2010/main" val="1441605379"/>
              </p:ext>
            </p:extLst>
          </p:nvPr>
        </p:nvGraphicFramePr>
        <p:xfrm>
          <a:off x="603250" y="868363"/>
          <a:ext cx="8966200" cy="685800"/>
        </p:xfrm>
        <a:graphic>
          <a:graphicData uri="http://schemas.openxmlformats.org/presentationml/2006/ole">
            <mc:AlternateContent xmlns:mc="http://schemas.openxmlformats.org/markup-compatibility/2006">
              <mc:Choice xmlns:v="urn:schemas-microsoft-com:vml" Requires="v">
                <p:oleObj name="Equation" r:id="rId2" imgW="8966160" imgH="685800" progId="Equation.DSMT4">
                  <p:embed/>
                </p:oleObj>
              </mc:Choice>
              <mc:Fallback>
                <p:oleObj name="Equation" r:id="rId2" imgW="8966160" imgH="685800" progId="Equation.DSMT4">
                  <p:embed/>
                  <p:pic>
                    <p:nvPicPr>
                      <p:cNvPr id="2" name="Object 1">
                        <a:extLst>
                          <a:ext uri="{FF2B5EF4-FFF2-40B4-BE49-F238E27FC236}">
                            <a16:creationId xmlns:a16="http://schemas.microsoft.com/office/drawing/2014/main" id="{741FB266-FE8B-4C72-89F6-FBA53A632794}"/>
                          </a:ext>
                        </a:extLst>
                      </p:cNvPr>
                      <p:cNvPicPr/>
                      <p:nvPr/>
                    </p:nvPicPr>
                    <p:blipFill>
                      <a:blip r:embed="rId3"/>
                      <a:stretch>
                        <a:fillRect/>
                      </a:stretch>
                    </p:blipFill>
                    <p:spPr>
                      <a:xfrm>
                        <a:off x="603250" y="868363"/>
                        <a:ext cx="8966200" cy="6858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B46C87B9-02B7-4579-BE6E-F20AE928A535}"/>
              </a:ext>
            </a:extLst>
          </p:cNvPr>
          <p:cNvGraphicFramePr>
            <a:graphicFrameLocks noChangeAspect="1"/>
          </p:cNvGraphicFramePr>
          <p:nvPr>
            <p:extLst>
              <p:ext uri="{D42A27DB-BD31-4B8C-83A1-F6EECF244321}">
                <p14:modId xmlns:p14="http://schemas.microsoft.com/office/powerpoint/2010/main" val="1443806419"/>
              </p:ext>
            </p:extLst>
          </p:nvPr>
        </p:nvGraphicFramePr>
        <p:xfrm>
          <a:off x="644525" y="3378200"/>
          <a:ext cx="3746500" cy="825500"/>
        </p:xfrm>
        <a:graphic>
          <a:graphicData uri="http://schemas.openxmlformats.org/presentationml/2006/ole">
            <mc:AlternateContent xmlns:mc="http://schemas.openxmlformats.org/markup-compatibility/2006">
              <mc:Choice xmlns:v="urn:schemas-microsoft-com:vml" Requires="v">
                <p:oleObj name="Equation" r:id="rId4" imgW="3746160" imgH="825480" progId="Equation.DSMT4">
                  <p:embed/>
                </p:oleObj>
              </mc:Choice>
              <mc:Fallback>
                <p:oleObj name="Equation" r:id="rId4" imgW="3746160" imgH="825480" progId="Equation.DSMT4">
                  <p:embed/>
                  <p:pic>
                    <p:nvPicPr>
                      <p:cNvPr id="3" name="Object 2">
                        <a:extLst>
                          <a:ext uri="{FF2B5EF4-FFF2-40B4-BE49-F238E27FC236}">
                            <a16:creationId xmlns:a16="http://schemas.microsoft.com/office/drawing/2014/main" id="{B46C87B9-02B7-4579-BE6E-F20AE928A535}"/>
                          </a:ext>
                        </a:extLst>
                      </p:cNvPr>
                      <p:cNvPicPr/>
                      <p:nvPr/>
                    </p:nvPicPr>
                    <p:blipFill>
                      <a:blip r:embed="rId5"/>
                      <a:stretch>
                        <a:fillRect/>
                      </a:stretch>
                    </p:blipFill>
                    <p:spPr>
                      <a:xfrm>
                        <a:off x="644525" y="3378200"/>
                        <a:ext cx="3746500" cy="8255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A0C3156F-EB89-444A-9EA5-34DC5F469CF9}"/>
              </a:ext>
            </a:extLst>
          </p:cNvPr>
          <p:cNvGraphicFramePr>
            <a:graphicFrameLocks noChangeAspect="1"/>
          </p:cNvGraphicFramePr>
          <p:nvPr>
            <p:extLst>
              <p:ext uri="{D42A27DB-BD31-4B8C-83A1-F6EECF244321}">
                <p14:modId xmlns:p14="http://schemas.microsoft.com/office/powerpoint/2010/main" val="3416326233"/>
              </p:ext>
            </p:extLst>
          </p:nvPr>
        </p:nvGraphicFramePr>
        <p:xfrm>
          <a:off x="644525" y="2312988"/>
          <a:ext cx="1524000" cy="660400"/>
        </p:xfrm>
        <a:graphic>
          <a:graphicData uri="http://schemas.openxmlformats.org/presentationml/2006/ole">
            <mc:AlternateContent xmlns:mc="http://schemas.openxmlformats.org/markup-compatibility/2006">
              <mc:Choice xmlns:v="urn:schemas-microsoft-com:vml" Requires="v">
                <p:oleObj name="Equation" r:id="rId6" imgW="1523880" imgH="660240" progId="Equation.DSMT4">
                  <p:embed/>
                </p:oleObj>
              </mc:Choice>
              <mc:Fallback>
                <p:oleObj name="Equation" r:id="rId6" imgW="1523880" imgH="660240" progId="Equation.DSMT4">
                  <p:embed/>
                  <p:pic>
                    <p:nvPicPr>
                      <p:cNvPr id="5" name="Object 4">
                        <a:extLst>
                          <a:ext uri="{FF2B5EF4-FFF2-40B4-BE49-F238E27FC236}">
                            <a16:creationId xmlns:a16="http://schemas.microsoft.com/office/drawing/2014/main" id="{A0C3156F-EB89-444A-9EA5-34DC5F469CF9}"/>
                          </a:ext>
                        </a:extLst>
                      </p:cNvPr>
                      <p:cNvPicPr/>
                      <p:nvPr/>
                    </p:nvPicPr>
                    <p:blipFill>
                      <a:blip r:embed="rId7"/>
                      <a:stretch>
                        <a:fillRect/>
                      </a:stretch>
                    </p:blipFill>
                    <p:spPr>
                      <a:xfrm>
                        <a:off x="644525" y="2312988"/>
                        <a:ext cx="1524000" cy="6604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D4DE8215-829E-4D9E-B4A8-561E9B9ACC01}"/>
              </a:ext>
            </a:extLst>
          </p:cNvPr>
          <p:cNvGraphicFramePr>
            <a:graphicFrameLocks noChangeAspect="1"/>
          </p:cNvGraphicFramePr>
          <p:nvPr>
            <p:extLst>
              <p:ext uri="{D42A27DB-BD31-4B8C-83A1-F6EECF244321}">
                <p14:modId xmlns:p14="http://schemas.microsoft.com/office/powerpoint/2010/main" val="3437286284"/>
              </p:ext>
            </p:extLst>
          </p:nvPr>
        </p:nvGraphicFramePr>
        <p:xfrm>
          <a:off x="2809875" y="2324100"/>
          <a:ext cx="1511300" cy="660400"/>
        </p:xfrm>
        <a:graphic>
          <a:graphicData uri="http://schemas.openxmlformats.org/presentationml/2006/ole">
            <mc:AlternateContent xmlns:mc="http://schemas.openxmlformats.org/markup-compatibility/2006">
              <mc:Choice xmlns:v="urn:schemas-microsoft-com:vml" Requires="v">
                <p:oleObj name="Equation" r:id="rId8" imgW="1511280" imgH="660240" progId="Equation.DSMT4">
                  <p:embed/>
                </p:oleObj>
              </mc:Choice>
              <mc:Fallback>
                <p:oleObj name="Equation" r:id="rId8" imgW="1511280" imgH="660240" progId="Equation.DSMT4">
                  <p:embed/>
                  <p:pic>
                    <p:nvPicPr>
                      <p:cNvPr id="6" name="Object 5">
                        <a:extLst>
                          <a:ext uri="{FF2B5EF4-FFF2-40B4-BE49-F238E27FC236}">
                            <a16:creationId xmlns:a16="http://schemas.microsoft.com/office/drawing/2014/main" id="{D4DE8215-829E-4D9E-B4A8-561E9B9ACC01}"/>
                          </a:ext>
                        </a:extLst>
                      </p:cNvPr>
                      <p:cNvPicPr/>
                      <p:nvPr/>
                    </p:nvPicPr>
                    <p:blipFill>
                      <a:blip r:embed="rId9"/>
                      <a:stretch>
                        <a:fillRect/>
                      </a:stretch>
                    </p:blipFill>
                    <p:spPr>
                      <a:xfrm>
                        <a:off x="2809875" y="2324100"/>
                        <a:ext cx="1511300" cy="6604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1448C44E-06E3-437B-BD09-A6F63D2A5A0F}"/>
              </a:ext>
            </a:extLst>
          </p:cNvPr>
          <p:cNvGraphicFramePr>
            <a:graphicFrameLocks noChangeAspect="1"/>
          </p:cNvGraphicFramePr>
          <p:nvPr>
            <p:extLst>
              <p:ext uri="{D42A27DB-BD31-4B8C-83A1-F6EECF244321}">
                <p14:modId xmlns:p14="http://schemas.microsoft.com/office/powerpoint/2010/main" val="2281976610"/>
              </p:ext>
            </p:extLst>
          </p:nvPr>
        </p:nvGraphicFramePr>
        <p:xfrm>
          <a:off x="4711700" y="2332038"/>
          <a:ext cx="2235200" cy="660400"/>
        </p:xfrm>
        <a:graphic>
          <a:graphicData uri="http://schemas.openxmlformats.org/presentationml/2006/ole">
            <mc:AlternateContent xmlns:mc="http://schemas.openxmlformats.org/markup-compatibility/2006">
              <mc:Choice xmlns:v="urn:schemas-microsoft-com:vml" Requires="v">
                <p:oleObj name="Equation" r:id="rId10" imgW="2234880" imgH="660240" progId="Equation.DSMT4">
                  <p:embed/>
                </p:oleObj>
              </mc:Choice>
              <mc:Fallback>
                <p:oleObj name="Equation" r:id="rId10" imgW="2234880" imgH="660240" progId="Equation.DSMT4">
                  <p:embed/>
                  <p:pic>
                    <p:nvPicPr>
                      <p:cNvPr id="7" name="Object 6">
                        <a:extLst>
                          <a:ext uri="{FF2B5EF4-FFF2-40B4-BE49-F238E27FC236}">
                            <a16:creationId xmlns:a16="http://schemas.microsoft.com/office/drawing/2014/main" id="{1448C44E-06E3-437B-BD09-A6F63D2A5A0F}"/>
                          </a:ext>
                        </a:extLst>
                      </p:cNvPr>
                      <p:cNvPicPr/>
                      <p:nvPr/>
                    </p:nvPicPr>
                    <p:blipFill>
                      <a:blip r:embed="rId11"/>
                      <a:stretch>
                        <a:fillRect/>
                      </a:stretch>
                    </p:blipFill>
                    <p:spPr>
                      <a:xfrm>
                        <a:off x="4711700" y="2332038"/>
                        <a:ext cx="2235200" cy="660400"/>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C042E94F-4A67-49C2-80FD-D98A1F79DA22}"/>
              </a:ext>
            </a:extLst>
          </p:cNvPr>
          <p:cNvSpPr txBox="1"/>
          <p:nvPr/>
        </p:nvSpPr>
        <p:spPr>
          <a:xfrm>
            <a:off x="564094" y="1874537"/>
            <a:ext cx="6420540" cy="369332"/>
          </a:xfrm>
          <a:prstGeom prst="rect">
            <a:avLst/>
          </a:prstGeom>
          <a:noFill/>
        </p:spPr>
        <p:txBody>
          <a:bodyPr wrap="none" rtlCol="0">
            <a:spAutoFit/>
          </a:bodyPr>
          <a:lstStyle/>
          <a:p>
            <a:r>
              <a:rPr lang="en-US" dirty="0"/>
              <a:t>single pair of image patches with arbitrary unknown power spectra</a:t>
            </a:r>
          </a:p>
        </p:txBody>
      </p:sp>
      <p:sp>
        <p:nvSpPr>
          <p:cNvPr id="9" name="TextBox 8">
            <a:extLst>
              <a:ext uri="{FF2B5EF4-FFF2-40B4-BE49-F238E27FC236}">
                <a16:creationId xmlns:a16="http://schemas.microsoft.com/office/drawing/2014/main" id="{CC46C917-C71F-40AE-8FE3-2B319E750DDA}"/>
              </a:ext>
            </a:extLst>
          </p:cNvPr>
          <p:cNvSpPr txBox="1"/>
          <p:nvPr/>
        </p:nvSpPr>
        <p:spPr>
          <a:xfrm>
            <a:off x="7833341" y="2458919"/>
            <a:ext cx="2333588" cy="369332"/>
          </a:xfrm>
          <a:prstGeom prst="rect">
            <a:avLst/>
          </a:prstGeom>
          <a:noFill/>
        </p:spPr>
        <p:txBody>
          <a:bodyPr wrap="none" rtlCol="0">
            <a:spAutoFit/>
          </a:bodyPr>
          <a:lstStyle/>
          <a:p>
            <a:r>
              <a:rPr lang="en-US" dirty="0"/>
              <a:t>ML estimate of spectra</a:t>
            </a:r>
          </a:p>
        </p:txBody>
      </p:sp>
      <p:sp>
        <p:nvSpPr>
          <p:cNvPr id="10" name="TextBox 9">
            <a:extLst>
              <a:ext uri="{FF2B5EF4-FFF2-40B4-BE49-F238E27FC236}">
                <a16:creationId xmlns:a16="http://schemas.microsoft.com/office/drawing/2014/main" id="{72D1A73C-BBEF-460F-9769-268909ED1805}"/>
              </a:ext>
            </a:extLst>
          </p:cNvPr>
          <p:cNvSpPr txBox="1"/>
          <p:nvPr/>
        </p:nvSpPr>
        <p:spPr>
          <a:xfrm>
            <a:off x="7833341" y="3606441"/>
            <a:ext cx="1757019" cy="369332"/>
          </a:xfrm>
          <a:prstGeom prst="rect">
            <a:avLst/>
          </a:prstGeom>
          <a:noFill/>
        </p:spPr>
        <p:txBody>
          <a:bodyPr wrap="none" rtlCol="0">
            <a:spAutoFit/>
          </a:bodyPr>
          <a:lstStyle/>
          <a:p>
            <a:r>
              <a:rPr lang="en-US" dirty="0"/>
              <a:t>decision variable</a:t>
            </a:r>
          </a:p>
        </p:txBody>
      </p:sp>
      <p:sp>
        <p:nvSpPr>
          <p:cNvPr id="11" name="TextBox 10">
            <a:extLst>
              <a:ext uri="{FF2B5EF4-FFF2-40B4-BE49-F238E27FC236}">
                <a16:creationId xmlns:a16="http://schemas.microsoft.com/office/drawing/2014/main" id="{E870C5B4-8DD4-4368-A019-085C61A4A73B}"/>
              </a:ext>
            </a:extLst>
          </p:cNvPr>
          <p:cNvSpPr txBox="1"/>
          <p:nvPr/>
        </p:nvSpPr>
        <p:spPr>
          <a:xfrm>
            <a:off x="9936438" y="1026597"/>
            <a:ext cx="1757019" cy="369332"/>
          </a:xfrm>
          <a:prstGeom prst="rect">
            <a:avLst/>
          </a:prstGeom>
          <a:noFill/>
        </p:spPr>
        <p:txBody>
          <a:bodyPr wrap="none" rtlCol="0">
            <a:spAutoFit/>
          </a:bodyPr>
          <a:lstStyle/>
          <a:p>
            <a:r>
              <a:rPr lang="en-US" dirty="0"/>
              <a:t>decision variable</a:t>
            </a:r>
          </a:p>
        </p:txBody>
      </p:sp>
      <p:sp>
        <p:nvSpPr>
          <p:cNvPr id="12" name="TextBox 11">
            <a:extLst>
              <a:ext uri="{FF2B5EF4-FFF2-40B4-BE49-F238E27FC236}">
                <a16:creationId xmlns:a16="http://schemas.microsoft.com/office/drawing/2014/main" id="{6C137487-BB5A-4B18-8049-D82FD2F1B608}"/>
              </a:ext>
            </a:extLst>
          </p:cNvPr>
          <p:cNvSpPr txBox="1"/>
          <p:nvPr/>
        </p:nvSpPr>
        <p:spPr>
          <a:xfrm>
            <a:off x="564094" y="251897"/>
            <a:ext cx="4842416" cy="369332"/>
          </a:xfrm>
          <a:prstGeom prst="rect">
            <a:avLst/>
          </a:prstGeom>
          <a:noFill/>
        </p:spPr>
        <p:txBody>
          <a:bodyPr wrap="none" rtlCol="0">
            <a:spAutoFit/>
          </a:bodyPr>
          <a:lstStyle/>
          <a:p>
            <a:r>
              <a:rPr lang="en-US" dirty="0"/>
              <a:t>assuming known power spectra of Gaussian noise</a:t>
            </a:r>
          </a:p>
        </p:txBody>
      </p:sp>
      <p:graphicFrame>
        <p:nvGraphicFramePr>
          <p:cNvPr id="13" name="Object 12">
            <a:extLst>
              <a:ext uri="{FF2B5EF4-FFF2-40B4-BE49-F238E27FC236}">
                <a16:creationId xmlns:a16="http://schemas.microsoft.com/office/drawing/2014/main" id="{1C2F13F2-B3DD-48CA-8934-E0CA09145EAB}"/>
              </a:ext>
            </a:extLst>
          </p:cNvPr>
          <p:cNvGraphicFramePr>
            <a:graphicFrameLocks noChangeAspect="1"/>
          </p:cNvGraphicFramePr>
          <p:nvPr>
            <p:extLst>
              <p:ext uri="{D42A27DB-BD31-4B8C-83A1-F6EECF244321}">
                <p14:modId xmlns:p14="http://schemas.microsoft.com/office/powerpoint/2010/main" val="2774568049"/>
              </p:ext>
            </p:extLst>
          </p:nvPr>
        </p:nvGraphicFramePr>
        <p:xfrm>
          <a:off x="701675" y="4525963"/>
          <a:ext cx="1892300" cy="685800"/>
        </p:xfrm>
        <a:graphic>
          <a:graphicData uri="http://schemas.openxmlformats.org/presentationml/2006/ole">
            <mc:AlternateContent xmlns:mc="http://schemas.openxmlformats.org/markup-compatibility/2006">
              <mc:Choice xmlns:v="urn:schemas-microsoft-com:vml" Requires="v">
                <p:oleObj name="Equation" r:id="rId12" imgW="1892160" imgH="685800" progId="Equation.DSMT4">
                  <p:embed/>
                </p:oleObj>
              </mc:Choice>
              <mc:Fallback>
                <p:oleObj name="Equation" r:id="rId12" imgW="1892160" imgH="685800" progId="Equation.DSMT4">
                  <p:embed/>
                  <p:pic>
                    <p:nvPicPr>
                      <p:cNvPr id="13" name="Object 12">
                        <a:extLst>
                          <a:ext uri="{FF2B5EF4-FFF2-40B4-BE49-F238E27FC236}">
                            <a16:creationId xmlns:a16="http://schemas.microsoft.com/office/drawing/2014/main" id="{1C2F13F2-B3DD-48CA-8934-E0CA09145EAB}"/>
                          </a:ext>
                        </a:extLst>
                      </p:cNvPr>
                      <p:cNvPicPr/>
                      <p:nvPr/>
                    </p:nvPicPr>
                    <p:blipFill>
                      <a:blip r:embed="rId13"/>
                      <a:stretch>
                        <a:fillRect/>
                      </a:stretch>
                    </p:blipFill>
                    <p:spPr>
                      <a:xfrm>
                        <a:off x="701675" y="4525963"/>
                        <a:ext cx="1892300" cy="6858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968A11DA-3C0E-4B5B-9071-44DE91D4DB53}"/>
              </a:ext>
            </a:extLst>
          </p:cNvPr>
          <p:cNvGraphicFramePr>
            <a:graphicFrameLocks noChangeAspect="1"/>
          </p:cNvGraphicFramePr>
          <p:nvPr>
            <p:extLst>
              <p:ext uri="{D42A27DB-BD31-4B8C-83A1-F6EECF244321}">
                <p14:modId xmlns:p14="http://schemas.microsoft.com/office/powerpoint/2010/main" val="648398353"/>
              </p:ext>
            </p:extLst>
          </p:nvPr>
        </p:nvGraphicFramePr>
        <p:xfrm>
          <a:off x="3121025" y="4537075"/>
          <a:ext cx="1892300" cy="685800"/>
        </p:xfrm>
        <a:graphic>
          <a:graphicData uri="http://schemas.openxmlformats.org/presentationml/2006/ole">
            <mc:AlternateContent xmlns:mc="http://schemas.openxmlformats.org/markup-compatibility/2006">
              <mc:Choice xmlns:v="urn:schemas-microsoft-com:vml" Requires="v">
                <p:oleObj name="Equation" r:id="rId14" imgW="1892160" imgH="685800" progId="Equation.DSMT4">
                  <p:embed/>
                </p:oleObj>
              </mc:Choice>
              <mc:Fallback>
                <p:oleObj name="Equation" r:id="rId14" imgW="1892160" imgH="685800" progId="Equation.DSMT4">
                  <p:embed/>
                  <p:pic>
                    <p:nvPicPr>
                      <p:cNvPr id="14" name="Object 13">
                        <a:extLst>
                          <a:ext uri="{FF2B5EF4-FFF2-40B4-BE49-F238E27FC236}">
                            <a16:creationId xmlns:a16="http://schemas.microsoft.com/office/drawing/2014/main" id="{968A11DA-3C0E-4B5B-9071-44DE91D4DB53}"/>
                          </a:ext>
                        </a:extLst>
                      </p:cNvPr>
                      <p:cNvPicPr/>
                      <p:nvPr/>
                    </p:nvPicPr>
                    <p:blipFill>
                      <a:blip r:embed="rId15"/>
                      <a:stretch>
                        <a:fillRect/>
                      </a:stretch>
                    </p:blipFill>
                    <p:spPr>
                      <a:xfrm>
                        <a:off x="3121025" y="4537075"/>
                        <a:ext cx="1892300" cy="685800"/>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F5BF6F10-AF61-4DB4-9485-DB52CA27221E}"/>
              </a:ext>
            </a:extLst>
          </p:cNvPr>
          <p:cNvSpPr txBox="1"/>
          <p:nvPr/>
        </p:nvSpPr>
        <p:spPr>
          <a:xfrm>
            <a:off x="7833341" y="4617707"/>
            <a:ext cx="4198778" cy="369332"/>
          </a:xfrm>
          <a:prstGeom prst="rect">
            <a:avLst/>
          </a:prstGeom>
          <a:noFill/>
        </p:spPr>
        <p:txBody>
          <a:bodyPr wrap="none" rtlCol="0">
            <a:spAutoFit/>
          </a:bodyPr>
          <a:lstStyle/>
          <a:p>
            <a:r>
              <a:rPr lang="en-US" dirty="0"/>
              <a:t>normalization and weak signal suppression</a:t>
            </a:r>
          </a:p>
        </p:txBody>
      </p:sp>
      <p:graphicFrame>
        <p:nvGraphicFramePr>
          <p:cNvPr id="16" name="Object 15">
            <a:extLst>
              <a:ext uri="{FF2B5EF4-FFF2-40B4-BE49-F238E27FC236}">
                <a16:creationId xmlns:a16="http://schemas.microsoft.com/office/drawing/2014/main" id="{53DFEE27-93D7-4004-823A-3285DD3727FE}"/>
              </a:ext>
            </a:extLst>
          </p:cNvPr>
          <p:cNvGraphicFramePr>
            <a:graphicFrameLocks noChangeAspect="1"/>
          </p:cNvGraphicFramePr>
          <p:nvPr>
            <p:extLst>
              <p:ext uri="{D42A27DB-BD31-4B8C-83A1-F6EECF244321}">
                <p14:modId xmlns:p14="http://schemas.microsoft.com/office/powerpoint/2010/main" val="3701475032"/>
              </p:ext>
            </p:extLst>
          </p:nvPr>
        </p:nvGraphicFramePr>
        <p:xfrm>
          <a:off x="709613" y="5576888"/>
          <a:ext cx="3911600" cy="825500"/>
        </p:xfrm>
        <a:graphic>
          <a:graphicData uri="http://schemas.openxmlformats.org/presentationml/2006/ole">
            <mc:AlternateContent xmlns:mc="http://schemas.openxmlformats.org/markup-compatibility/2006">
              <mc:Choice xmlns:v="urn:schemas-microsoft-com:vml" Requires="v">
                <p:oleObj name="Equation" r:id="rId16" imgW="3911400" imgH="825480" progId="Equation.DSMT4">
                  <p:embed/>
                </p:oleObj>
              </mc:Choice>
              <mc:Fallback>
                <p:oleObj name="Equation" r:id="rId16" imgW="3911400" imgH="825480" progId="Equation.DSMT4">
                  <p:embed/>
                  <p:pic>
                    <p:nvPicPr>
                      <p:cNvPr id="16" name="Object 15">
                        <a:extLst>
                          <a:ext uri="{FF2B5EF4-FFF2-40B4-BE49-F238E27FC236}">
                            <a16:creationId xmlns:a16="http://schemas.microsoft.com/office/drawing/2014/main" id="{53DFEE27-93D7-4004-823A-3285DD3727FE}"/>
                          </a:ext>
                        </a:extLst>
                      </p:cNvPr>
                      <p:cNvPicPr/>
                      <p:nvPr/>
                    </p:nvPicPr>
                    <p:blipFill>
                      <a:blip r:embed="rId17"/>
                      <a:stretch>
                        <a:fillRect/>
                      </a:stretch>
                    </p:blipFill>
                    <p:spPr>
                      <a:xfrm>
                        <a:off x="709613" y="5576888"/>
                        <a:ext cx="3911600" cy="825500"/>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E4865F65-61B0-4597-B213-735D331ED6CB}"/>
              </a:ext>
            </a:extLst>
          </p:cNvPr>
          <p:cNvSpPr txBox="1"/>
          <p:nvPr/>
        </p:nvSpPr>
        <p:spPr>
          <a:xfrm>
            <a:off x="5273049" y="5844884"/>
            <a:ext cx="6675047" cy="369332"/>
          </a:xfrm>
          <a:prstGeom prst="rect">
            <a:avLst/>
          </a:prstGeom>
          <a:noFill/>
        </p:spPr>
        <p:txBody>
          <a:bodyPr wrap="square" rtlCol="0">
            <a:spAutoFit/>
          </a:bodyPr>
          <a:lstStyle/>
          <a:p>
            <a:r>
              <a:rPr lang="en-US" dirty="0"/>
              <a:t>Note that normalizing (scaling) all powers by a constant has no effect.</a:t>
            </a:r>
          </a:p>
        </p:txBody>
      </p:sp>
    </p:spTree>
    <p:extLst>
      <p:ext uri="{BB962C8B-B14F-4D97-AF65-F5344CB8AC3E}">
        <p14:creationId xmlns:p14="http://schemas.microsoft.com/office/powerpoint/2010/main" val="3742945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B186CE-09FF-4E18-9BB6-08CC35500A4A}"/>
              </a:ext>
            </a:extLst>
          </p:cNvPr>
          <p:cNvSpPr txBox="1"/>
          <p:nvPr/>
        </p:nvSpPr>
        <p:spPr>
          <a:xfrm>
            <a:off x="947822" y="137196"/>
            <a:ext cx="10543079" cy="369332"/>
          </a:xfrm>
          <a:prstGeom prst="rect">
            <a:avLst/>
          </a:prstGeom>
          <a:noFill/>
        </p:spPr>
        <p:txBody>
          <a:bodyPr wrap="none" rtlCol="0">
            <a:spAutoFit/>
          </a:bodyPr>
          <a:lstStyle/>
          <a:p>
            <a:r>
              <a:rPr lang="en-US" b="1" dirty="0"/>
              <a:t>Ideal Observer for Discriminating Unknown Histograms : Two-Interval, Two-Alternative, Same-Different Task </a:t>
            </a:r>
          </a:p>
        </p:txBody>
      </p:sp>
      <p:graphicFrame>
        <p:nvGraphicFramePr>
          <p:cNvPr id="3" name="Object 2">
            <a:extLst>
              <a:ext uri="{FF2B5EF4-FFF2-40B4-BE49-F238E27FC236}">
                <a16:creationId xmlns:a16="http://schemas.microsoft.com/office/drawing/2014/main" id="{CBE1E21E-2F38-49FA-909E-5FBF8A3C2F5A}"/>
              </a:ext>
            </a:extLst>
          </p:cNvPr>
          <p:cNvGraphicFramePr>
            <a:graphicFrameLocks noChangeAspect="1"/>
          </p:cNvGraphicFramePr>
          <p:nvPr>
            <p:extLst>
              <p:ext uri="{D42A27DB-BD31-4B8C-83A1-F6EECF244321}">
                <p14:modId xmlns:p14="http://schemas.microsoft.com/office/powerpoint/2010/main" val="1652452682"/>
              </p:ext>
            </p:extLst>
          </p:nvPr>
        </p:nvGraphicFramePr>
        <p:xfrm>
          <a:off x="1432611" y="1149874"/>
          <a:ext cx="1739900" cy="342900"/>
        </p:xfrm>
        <a:graphic>
          <a:graphicData uri="http://schemas.openxmlformats.org/presentationml/2006/ole">
            <mc:AlternateContent xmlns:mc="http://schemas.openxmlformats.org/markup-compatibility/2006">
              <mc:Choice xmlns:v="urn:schemas-microsoft-com:vml" Requires="v">
                <p:oleObj name="Equation" r:id="rId2" imgW="1739880" imgH="342720" progId="Equation.DSMT4">
                  <p:embed/>
                </p:oleObj>
              </mc:Choice>
              <mc:Fallback>
                <p:oleObj name="Equation" r:id="rId2" imgW="1739880" imgH="342720" progId="Equation.DSMT4">
                  <p:embed/>
                  <p:pic>
                    <p:nvPicPr>
                      <p:cNvPr id="3" name="Object 2">
                        <a:extLst>
                          <a:ext uri="{FF2B5EF4-FFF2-40B4-BE49-F238E27FC236}">
                            <a16:creationId xmlns:a16="http://schemas.microsoft.com/office/drawing/2014/main" id="{CBE1E21E-2F38-49FA-909E-5FBF8A3C2F5A}"/>
                          </a:ext>
                        </a:extLst>
                      </p:cNvPr>
                      <p:cNvPicPr/>
                      <p:nvPr/>
                    </p:nvPicPr>
                    <p:blipFill>
                      <a:blip r:embed="rId3"/>
                      <a:stretch>
                        <a:fillRect/>
                      </a:stretch>
                    </p:blipFill>
                    <p:spPr>
                      <a:xfrm>
                        <a:off x="1432611" y="1149874"/>
                        <a:ext cx="1739900" cy="342900"/>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C8027913-3797-4BEA-AA0C-575CA985CB8B}"/>
              </a:ext>
            </a:extLst>
          </p:cNvPr>
          <p:cNvSpPr txBox="1"/>
          <p:nvPr/>
        </p:nvSpPr>
        <p:spPr>
          <a:xfrm>
            <a:off x="7193268" y="1123442"/>
            <a:ext cx="4383636" cy="369332"/>
          </a:xfrm>
          <a:prstGeom prst="rect">
            <a:avLst/>
          </a:prstGeom>
          <a:noFill/>
        </p:spPr>
        <p:txBody>
          <a:bodyPr wrap="none" rtlCol="0">
            <a:spAutoFit/>
          </a:bodyPr>
          <a:lstStyle/>
          <a:p>
            <a:r>
              <a:rPr lang="en-US" dirty="0"/>
              <a:t>observed number of each possible gray level</a:t>
            </a:r>
          </a:p>
        </p:txBody>
      </p:sp>
      <p:graphicFrame>
        <p:nvGraphicFramePr>
          <p:cNvPr id="5" name="Object 4">
            <a:extLst>
              <a:ext uri="{FF2B5EF4-FFF2-40B4-BE49-F238E27FC236}">
                <a16:creationId xmlns:a16="http://schemas.microsoft.com/office/drawing/2014/main" id="{B432020F-8C88-4733-9617-1D1CFC508851}"/>
              </a:ext>
            </a:extLst>
          </p:cNvPr>
          <p:cNvGraphicFramePr>
            <a:graphicFrameLocks noChangeAspect="1"/>
          </p:cNvGraphicFramePr>
          <p:nvPr>
            <p:extLst>
              <p:ext uri="{D42A27DB-BD31-4B8C-83A1-F6EECF244321}">
                <p14:modId xmlns:p14="http://schemas.microsoft.com/office/powerpoint/2010/main" val="1852778698"/>
              </p:ext>
            </p:extLst>
          </p:nvPr>
        </p:nvGraphicFramePr>
        <p:xfrm>
          <a:off x="1432611" y="1783098"/>
          <a:ext cx="4889501" cy="723900"/>
        </p:xfrm>
        <a:graphic>
          <a:graphicData uri="http://schemas.openxmlformats.org/presentationml/2006/ole">
            <mc:AlternateContent xmlns:mc="http://schemas.openxmlformats.org/markup-compatibility/2006">
              <mc:Choice xmlns:v="urn:schemas-microsoft-com:vml" Requires="v">
                <p:oleObj name="Equation" r:id="rId4" imgW="4889160" imgH="723600" progId="Equation.DSMT4">
                  <p:embed/>
                </p:oleObj>
              </mc:Choice>
              <mc:Fallback>
                <p:oleObj name="Equation" r:id="rId4" imgW="4889160" imgH="723600" progId="Equation.DSMT4">
                  <p:embed/>
                  <p:pic>
                    <p:nvPicPr>
                      <p:cNvPr id="5" name="Object 4">
                        <a:extLst>
                          <a:ext uri="{FF2B5EF4-FFF2-40B4-BE49-F238E27FC236}">
                            <a16:creationId xmlns:a16="http://schemas.microsoft.com/office/drawing/2014/main" id="{B432020F-8C88-4733-9617-1D1CFC508851}"/>
                          </a:ext>
                        </a:extLst>
                      </p:cNvPr>
                      <p:cNvPicPr/>
                      <p:nvPr/>
                    </p:nvPicPr>
                    <p:blipFill>
                      <a:blip r:embed="rId5"/>
                      <a:stretch>
                        <a:fillRect/>
                      </a:stretch>
                    </p:blipFill>
                    <p:spPr>
                      <a:xfrm>
                        <a:off x="1432611" y="1783098"/>
                        <a:ext cx="4889501" cy="7239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8FDEF275-EA15-4FA4-A040-6DFE37D920FA}"/>
              </a:ext>
            </a:extLst>
          </p:cNvPr>
          <p:cNvGraphicFramePr>
            <a:graphicFrameLocks noChangeAspect="1"/>
          </p:cNvGraphicFramePr>
          <p:nvPr>
            <p:extLst>
              <p:ext uri="{D42A27DB-BD31-4B8C-83A1-F6EECF244321}">
                <p14:modId xmlns:p14="http://schemas.microsoft.com/office/powerpoint/2010/main" val="1329352951"/>
              </p:ext>
            </p:extLst>
          </p:nvPr>
        </p:nvGraphicFramePr>
        <p:xfrm>
          <a:off x="3640138" y="1123950"/>
          <a:ext cx="1714500" cy="342900"/>
        </p:xfrm>
        <a:graphic>
          <a:graphicData uri="http://schemas.openxmlformats.org/presentationml/2006/ole">
            <mc:AlternateContent xmlns:mc="http://schemas.openxmlformats.org/markup-compatibility/2006">
              <mc:Choice xmlns:v="urn:schemas-microsoft-com:vml" Requires="v">
                <p:oleObj name="Equation" r:id="rId6" imgW="1714320" imgH="342720" progId="Equation.DSMT4">
                  <p:embed/>
                </p:oleObj>
              </mc:Choice>
              <mc:Fallback>
                <p:oleObj name="Equation" r:id="rId6" imgW="1714320" imgH="342720" progId="Equation.DSMT4">
                  <p:embed/>
                  <p:pic>
                    <p:nvPicPr>
                      <p:cNvPr id="6" name="Object 5">
                        <a:extLst>
                          <a:ext uri="{FF2B5EF4-FFF2-40B4-BE49-F238E27FC236}">
                            <a16:creationId xmlns:a16="http://schemas.microsoft.com/office/drawing/2014/main" id="{8FDEF275-EA15-4FA4-A040-6DFE37D920FA}"/>
                          </a:ext>
                        </a:extLst>
                      </p:cNvPr>
                      <p:cNvPicPr/>
                      <p:nvPr/>
                    </p:nvPicPr>
                    <p:blipFill>
                      <a:blip r:embed="rId7"/>
                      <a:stretch>
                        <a:fillRect/>
                      </a:stretch>
                    </p:blipFill>
                    <p:spPr>
                      <a:xfrm>
                        <a:off x="3640138" y="1123950"/>
                        <a:ext cx="1714500" cy="3429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7AC387CF-E087-48EB-9335-1A9D83E72E02}"/>
              </a:ext>
            </a:extLst>
          </p:cNvPr>
          <p:cNvGraphicFramePr>
            <a:graphicFrameLocks noChangeAspect="1"/>
          </p:cNvGraphicFramePr>
          <p:nvPr>
            <p:extLst>
              <p:ext uri="{D42A27DB-BD31-4B8C-83A1-F6EECF244321}">
                <p14:modId xmlns:p14="http://schemas.microsoft.com/office/powerpoint/2010/main" val="1915624655"/>
              </p:ext>
            </p:extLst>
          </p:nvPr>
        </p:nvGraphicFramePr>
        <p:xfrm>
          <a:off x="1470711" y="2971805"/>
          <a:ext cx="3403600" cy="1016000"/>
        </p:xfrm>
        <a:graphic>
          <a:graphicData uri="http://schemas.openxmlformats.org/presentationml/2006/ole">
            <mc:AlternateContent xmlns:mc="http://schemas.openxmlformats.org/markup-compatibility/2006">
              <mc:Choice xmlns:v="urn:schemas-microsoft-com:vml" Requires="v">
                <p:oleObj name="Equation" r:id="rId8" imgW="3403440" imgH="1015920" progId="Equation.DSMT4">
                  <p:embed/>
                </p:oleObj>
              </mc:Choice>
              <mc:Fallback>
                <p:oleObj name="Equation" r:id="rId8" imgW="3403440" imgH="1015920" progId="Equation.DSMT4">
                  <p:embed/>
                  <p:pic>
                    <p:nvPicPr>
                      <p:cNvPr id="7" name="Object 6">
                        <a:extLst>
                          <a:ext uri="{FF2B5EF4-FFF2-40B4-BE49-F238E27FC236}">
                            <a16:creationId xmlns:a16="http://schemas.microsoft.com/office/drawing/2014/main" id="{7AC387CF-E087-48EB-9335-1A9D83E72E02}"/>
                          </a:ext>
                        </a:extLst>
                      </p:cNvPr>
                      <p:cNvPicPr/>
                      <p:nvPr/>
                    </p:nvPicPr>
                    <p:blipFill>
                      <a:blip r:embed="rId9"/>
                      <a:stretch>
                        <a:fillRect/>
                      </a:stretch>
                    </p:blipFill>
                    <p:spPr>
                      <a:xfrm>
                        <a:off x="1470711" y="2971805"/>
                        <a:ext cx="3403600" cy="10160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268066F3-F3EF-46D4-A388-3BCA296F2C1E}"/>
              </a:ext>
            </a:extLst>
          </p:cNvPr>
          <p:cNvGraphicFramePr>
            <a:graphicFrameLocks noChangeAspect="1"/>
          </p:cNvGraphicFramePr>
          <p:nvPr>
            <p:extLst>
              <p:ext uri="{D42A27DB-BD31-4B8C-83A1-F6EECF244321}">
                <p14:modId xmlns:p14="http://schemas.microsoft.com/office/powerpoint/2010/main" val="2305256092"/>
              </p:ext>
            </p:extLst>
          </p:nvPr>
        </p:nvGraphicFramePr>
        <p:xfrm>
          <a:off x="1432611" y="4362973"/>
          <a:ext cx="2946400" cy="723900"/>
        </p:xfrm>
        <a:graphic>
          <a:graphicData uri="http://schemas.openxmlformats.org/presentationml/2006/ole">
            <mc:AlternateContent xmlns:mc="http://schemas.openxmlformats.org/markup-compatibility/2006">
              <mc:Choice xmlns:v="urn:schemas-microsoft-com:vml" Requires="v">
                <p:oleObj name="Equation" r:id="rId10" imgW="2946240" imgH="723600" progId="Equation.DSMT4">
                  <p:embed/>
                </p:oleObj>
              </mc:Choice>
              <mc:Fallback>
                <p:oleObj name="Equation" r:id="rId10" imgW="2946240" imgH="723600" progId="Equation.DSMT4">
                  <p:embed/>
                  <p:pic>
                    <p:nvPicPr>
                      <p:cNvPr id="8" name="Object 7">
                        <a:extLst>
                          <a:ext uri="{FF2B5EF4-FFF2-40B4-BE49-F238E27FC236}">
                            <a16:creationId xmlns:a16="http://schemas.microsoft.com/office/drawing/2014/main" id="{268066F3-F3EF-46D4-A388-3BCA296F2C1E}"/>
                          </a:ext>
                        </a:extLst>
                      </p:cNvPr>
                      <p:cNvPicPr/>
                      <p:nvPr/>
                    </p:nvPicPr>
                    <p:blipFill>
                      <a:blip r:embed="rId11"/>
                      <a:stretch>
                        <a:fillRect/>
                      </a:stretch>
                    </p:blipFill>
                    <p:spPr>
                      <a:xfrm>
                        <a:off x="1432611" y="4362973"/>
                        <a:ext cx="2946400" cy="723900"/>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D82DAD6E-7A45-4294-B0AA-BBE447378A97}"/>
              </a:ext>
            </a:extLst>
          </p:cNvPr>
          <p:cNvPicPr/>
          <p:nvPr/>
        </p:nvPicPr>
        <p:blipFill>
          <a:blip r:embed="rId12"/>
          <a:stretch>
            <a:fillRect/>
          </a:stretch>
        </p:blipFill>
        <p:spPr>
          <a:xfrm>
            <a:off x="1432611" y="5240530"/>
            <a:ext cx="6248401" cy="1206500"/>
          </a:xfrm>
          <a:prstGeom prst="rect">
            <a:avLst/>
          </a:prstGeom>
        </p:spPr>
      </p:pic>
      <p:sp>
        <p:nvSpPr>
          <p:cNvPr id="12" name="TextBox 9">
            <a:extLst>
              <a:ext uri="{FF2B5EF4-FFF2-40B4-BE49-F238E27FC236}">
                <a16:creationId xmlns:a16="http://schemas.microsoft.com/office/drawing/2014/main" id="{95D2CEF3-DDA4-4061-904E-E295EA1FDADF}"/>
              </a:ext>
            </a:extLst>
          </p:cNvPr>
          <p:cNvSpPr txBox="1"/>
          <p:nvPr/>
        </p:nvSpPr>
        <p:spPr>
          <a:xfrm>
            <a:off x="8381975" y="5659114"/>
            <a:ext cx="333309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ratio of multinomial distributions</a:t>
            </a:r>
          </a:p>
        </p:txBody>
      </p:sp>
    </p:spTree>
    <p:extLst>
      <p:ext uri="{BB962C8B-B14F-4D97-AF65-F5344CB8AC3E}">
        <p14:creationId xmlns:p14="http://schemas.microsoft.com/office/powerpoint/2010/main" val="3348322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EFAEF288-6904-4DEA-9001-FB4F6703FCED}"/>
              </a:ext>
            </a:extLst>
          </p:cNvPr>
          <p:cNvGraphicFramePr>
            <a:graphicFrameLocks noChangeAspect="1"/>
          </p:cNvGraphicFramePr>
          <p:nvPr>
            <p:extLst>
              <p:ext uri="{D42A27DB-BD31-4B8C-83A1-F6EECF244321}">
                <p14:modId xmlns:p14="http://schemas.microsoft.com/office/powerpoint/2010/main" val="3653744216"/>
              </p:ext>
            </p:extLst>
          </p:nvPr>
        </p:nvGraphicFramePr>
        <p:xfrm>
          <a:off x="1158294" y="502952"/>
          <a:ext cx="4127500" cy="723900"/>
        </p:xfrm>
        <a:graphic>
          <a:graphicData uri="http://schemas.openxmlformats.org/presentationml/2006/ole">
            <mc:AlternateContent xmlns:mc="http://schemas.openxmlformats.org/markup-compatibility/2006">
              <mc:Choice xmlns:v="urn:schemas-microsoft-com:vml" Requires="v">
                <p:oleObj name="Equation" r:id="rId2" imgW="4127400" imgH="723600" progId="Equation.DSMT4">
                  <p:embed/>
                </p:oleObj>
              </mc:Choice>
              <mc:Fallback>
                <p:oleObj name="Equation" r:id="rId2" imgW="4127400" imgH="723600" progId="Equation.DSMT4">
                  <p:embed/>
                  <p:pic>
                    <p:nvPicPr>
                      <p:cNvPr id="2" name="Object 1">
                        <a:extLst>
                          <a:ext uri="{FF2B5EF4-FFF2-40B4-BE49-F238E27FC236}">
                            <a16:creationId xmlns:a16="http://schemas.microsoft.com/office/drawing/2014/main" id="{EFAEF288-6904-4DEA-9001-FB4F6703FCED}"/>
                          </a:ext>
                        </a:extLst>
                      </p:cNvPr>
                      <p:cNvPicPr/>
                      <p:nvPr/>
                    </p:nvPicPr>
                    <p:blipFill>
                      <a:blip r:embed="rId3"/>
                      <a:stretch>
                        <a:fillRect/>
                      </a:stretch>
                    </p:blipFill>
                    <p:spPr>
                      <a:xfrm>
                        <a:off x="1158294" y="502952"/>
                        <a:ext cx="4127500" cy="72390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4" name="Object 3">
                <a:extLst>
                  <a:ext uri="{FF2B5EF4-FFF2-40B4-BE49-F238E27FC236}">
                    <a16:creationId xmlns:a16="http://schemas.microsoft.com/office/drawing/2014/main" id="{D380720E-94CE-4503-90ED-3330DDF0CD8F}"/>
                  </a:ext>
                </a:extLst>
              </p:cNvPr>
              <p:cNvSpPr txBox="1"/>
              <p:nvPr/>
            </p:nvSpPr>
            <p:spPr>
              <a:xfrm>
                <a:off x="1201738" y="1616075"/>
                <a:ext cx="5651500" cy="723900"/>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ln</m:t>
                          </m:r>
                        </m:fName>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𝑝</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𝐍</m:t>
                                      </m:r>
                                    </m:e>
                                    <m:sub>
                                      <m:r>
                                        <a:rPr lang="en-US" i="1">
                                          <a:solidFill>
                                            <a:srgbClr val="000000"/>
                                          </a:solidFill>
                                          <a:latin typeface="Cambria Math" panose="02040503050406030204" pitchFamily="18" charset="0"/>
                                        </a:rPr>
                                        <m:t>𝑎</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𝐍</m:t>
                                      </m:r>
                                    </m:e>
                                    <m:sub>
                                      <m:r>
                                        <a:rPr lang="en-US" i="1">
                                          <a:solidFill>
                                            <a:srgbClr val="000000"/>
                                          </a:solidFill>
                                          <a:latin typeface="Cambria Math" panose="02040503050406030204" pitchFamily="18" charset="0"/>
                                        </a:rPr>
                                        <m:t>𝑏</m:t>
                                      </m:r>
                                    </m:sub>
                                  </m:sSub>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𝑑</m:t>
                                      </m:r>
                                    </m:e>
                                  </m:d>
                                </m:e>
                              </m:d>
                            </m:num>
                            <m:den>
                              <m:r>
                                <a:rPr lang="en-US" i="1">
                                  <a:solidFill>
                                    <a:srgbClr val="000000"/>
                                  </a:solidFill>
                                  <a:latin typeface="Cambria Math" panose="02040503050406030204" pitchFamily="18" charset="0"/>
                                </a:rPr>
                                <m:t>𝑝</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𝐍</m:t>
                                      </m:r>
                                    </m:e>
                                    <m:sub>
                                      <m:r>
                                        <a:rPr lang="en-US" i="1">
                                          <a:solidFill>
                                            <a:srgbClr val="000000"/>
                                          </a:solidFill>
                                          <a:latin typeface="Cambria Math" panose="02040503050406030204" pitchFamily="18" charset="0"/>
                                        </a:rPr>
                                        <m:t>𝑎</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𝐍</m:t>
                                      </m:r>
                                    </m:e>
                                    <m:sub>
                                      <m:r>
                                        <a:rPr lang="en-US" i="1">
                                          <a:solidFill>
                                            <a:srgbClr val="000000"/>
                                          </a:solidFill>
                                          <a:latin typeface="Cambria Math" panose="02040503050406030204" pitchFamily="18" charset="0"/>
                                        </a:rPr>
                                        <m:t>𝑏</m:t>
                                      </m:r>
                                    </m:sub>
                                  </m:sSub>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𝑠</m:t>
                                      </m:r>
                                    </m:e>
                                  </m:d>
                                </m:e>
                              </m:d>
                            </m:den>
                          </m:f>
                        </m:e>
                      </m:func>
                      <m:r>
                        <a:rPr lang="en-US" i="1">
                          <a:solidFill>
                            <a:srgbClr val="000000"/>
                          </a:solidFill>
                          <a:latin typeface="Cambria Math" panose="02040503050406030204" pitchFamily="18" charset="0"/>
                        </a:rPr>
                        <m:t>=</m:t>
                      </m:r>
                      <m:nary>
                        <m:naryPr>
                          <m:chr m:val="∑"/>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𝑛</m:t>
                          </m:r>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𝑁</m:t>
                              </m:r>
                            </m:e>
                            <m:sub>
                              <m:r>
                                <a:rPr lang="en-US" i="1">
                                  <a:solidFill>
                                    <a:srgbClr val="000000"/>
                                  </a:solidFill>
                                  <a:latin typeface="Cambria Math" panose="02040503050406030204" pitchFamily="18" charset="0"/>
                                </a:rPr>
                                <m:t>𝑎𝑖</m:t>
                              </m:r>
                            </m:sub>
                          </m:sSub>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ln</m:t>
                              </m:r>
                            </m:fNa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𝑎𝑖</m:t>
                                  </m:r>
                                </m:sub>
                              </m:sSub>
                            </m:e>
                          </m:fun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𝑁</m:t>
                              </m:r>
                            </m:e>
                            <m:sub>
                              <m:r>
                                <a:rPr lang="en-US" i="1">
                                  <a:solidFill>
                                    <a:srgbClr val="000000"/>
                                  </a:solidFill>
                                  <a:latin typeface="Cambria Math" panose="02040503050406030204" pitchFamily="18" charset="0"/>
                                </a:rPr>
                                <m:t>𝑏𝑖</m:t>
                              </m:r>
                            </m:sub>
                          </m:sSub>
                          <m:func>
                            <m:funcPr>
                              <m:ctrlPr>
                                <a:rPr lang="en-US" i="1">
                                  <a:solidFill>
                                    <a:srgbClr val="000000"/>
                                  </a:solidFill>
                                  <a:latin typeface="Cambria Math" panose="02040503050406030204" pitchFamily="18" charset="0"/>
                                </a:rPr>
                              </m:ctrlPr>
                            </m:funcPr>
                            <m:fName>
                              <m:r>
                                <m:rPr>
                                  <m:sty m:val="p"/>
                                </m:rPr>
                                <a:rPr lang="en-US" i="0">
                                  <a:solidFill>
                                    <a:srgbClr val="000000"/>
                                  </a:solidFill>
                                  <a:latin typeface="Cambria Math" panose="02040503050406030204" pitchFamily="18" charset="0"/>
                                </a:rPr>
                                <m:t>ln</m:t>
                              </m:r>
                            </m:fNa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𝑏𝑖</m:t>
                                  </m:r>
                                </m:sub>
                              </m:sSub>
                            </m:e>
                          </m:func>
                        </m:e>
                      </m:nary>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𝑁</m:t>
                              </m:r>
                            </m:e>
                            <m:sub>
                              <m:r>
                                <a:rPr lang="en-US" i="1">
                                  <a:solidFill>
                                    <a:srgbClr val="000000"/>
                                  </a:solidFill>
                                  <a:latin typeface="Cambria Math" panose="02040503050406030204" pitchFamily="18" charset="0"/>
                                </a:rPr>
                                <m:t>𝑎𝑖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𝑁</m:t>
                              </m:r>
                            </m:e>
                            <m:sub>
                              <m:r>
                                <a:rPr lang="en-US" i="1">
                                  <a:solidFill>
                                    <a:srgbClr val="000000"/>
                                  </a:solidFill>
                                  <a:latin typeface="Cambria Math" panose="02040503050406030204" pitchFamily="18" charset="0"/>
                                </a:rPr>
                                <m:t>𝑏𝑖</m:t>
                              </m:r>
                            </m:sub>
                          </m:sSub>
                        </m:e>
                      </m:d>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ln</m:t>
                          </m:r>
                        </m:fNa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𝑝</m:t>
                              </m:r>
                            </m:e>
                            <m:sub>
                              <m:r>
                                <a:rPr lang="en-US" i="1">
                                  <a:solidFill>
                                    <a:srgbClr val="000000"/>
                                  </a:solidFill>
                                  <a:latin typeface="Cambria Math" panose="02040503050406030204" pitchFamily="18" charset="0"/>
                                </a:rPr>
                                <m:t>𝑖</m:t>
                              </m:r>
                            </m:sub>
                          </m:sSub>
                        </m:e>
                      </m:func>
                    </m:oMath>
                  </m:oMathPara>
                </a14:m>
                <a:endParaRPr lang="en-US" dirty="0"/>
              </a:p>
            </p:txBody>
          </p:sp>
        </mc:Choice>
        <mc:Fallback>
          <p:sp>
            <p:nvSpPr>
              <p:cNvPr id="4" name="Object 3">
                <a:extLst>
                  <a:ext uri="{FF2B5EF4-FFF2-40B4-BE49-F238E27FC236}">
                    <a16:creationId xmlns:a16="http://schemas.microsoft.com/office/drawing/2014/main" id="{D380720E-94CE-4503-90ED-3330DDF0CD8F}"/>
                  </a:ext>
                </a:extLst>
              </p:cNvPr>
              <p:cNvSpPr txBox="1">
                <a:spLocks noRot="1" noChangeAspect="1" noMove="1" noResize="1" noEditPoints="1" noAdjustHandles="1" noChangeArrowheads="1" noChangeShapeType="1" noTextEdit="1"/>
              </p:cNvSpPr>
              <p:nvPr/>
            </p:nvSpPr>
            <p:spPr>
              <a:xfrm>
                <a:off x="1201738" y="1616075"/>
                <a:ext cx="5651500" cy="723900"/>
              </a:xfrm>
              <a:prstGeom prst="rect">
                <a:avLst/>
              </a:prstGeom>
              <a:blipFill>
                <a:blip r:embed="rId4"/>
                <a:stretch>
                  <a:fillRect/>
                </a:stretch>
              </a:blipFill>
            </p:spPr>
            <p:txBody>
              <a:bodyPr/>
              <a:lstStyle/>
              <a:p>
                <a:r>
                  <a:rPr lang="en-US">
                    <a:noFill/>
                  </a:rPr>
                  <a:t> </a:t>
                </a:r>
              </a:p>
            </p:txBody>
          </p:sp>
        </mc:Fallback>
      </mc:AlternateContent>
      <p:graphicFrame>
        <p:nvGraphicFramePr>
          <p:cNvPr id="6" name="Object 5">
            <a:extLst>
              <a:ext uri="{FF2B5EF4-FFF2-40B4-BE49-F238E27FC236}">
                <a16:creationId xmlns:a16="http://schemas.microsoft.com/office/drawing/2014/main" id="{11E26660-D22E-467A-8848-20961786ECAA}"/>
              </a:ext>
            </a:extLst>
          </p:cNvPr>
          <p:cNvGraphicFramePr>
            <a:graphicFrameLocks noChangeAspect="1"/>
          </p:cNvGraphicFramePr>
          <p:nvPr>
            <p:extLst>
              <p:ext uri="{D42A27DB-BD31-4B8C-83A1-F6EECF244321}">
                <p14:modId xmlns:p14="http://schemas.microsoft.com/office/powerpoint/2010/main" val="1338959574"/>
              </p:ext>
            </p:extLst>
          </p:nvPr>
        </p:nvGraphicFramePr>
        <p:xfrm>
          <a:off x="1198863" y="4240213"/>
          <a:ext cx="6451600" cy="685800"/>
        </p:xfrm>
        <a:graphic>
          <a:graphicData uri="http://schemas.openxmlformats.org/presentationml/2006/ole">
            <mc:AlternateContent xmlns:mc="http://schemas.openxmlformats.org/markup-compatibility/2006">
              <mc:Choice xmlns:v="urn:schemas-microsoft-com:vml" Requires="v">
                <p:oleObj name="Equation" r:id="rId5" imgW="6451560" imgH="685800" progId="Equation.DSMT4">
                  <p:embed/>
                </p:oleObj>
              </mc:Choice>
              <mc:Fallback>
                <p:oleObj name="Equation" r:id="rId5" imgW="6451560" imgH="685800" progId="Equation.DSMT4">
                  <p:embed/>
                  <p:pic>
                    <p:nvPicPr>
                      <p:cNvPr id="6" name="Object 5">
                        <a:extLst>
                          <a:ext uri="{FF2B5EF4-FFF2-40B4-BE49-F238E27FC236}">
                            <a16:creationId xmlns:a16="http://schemas.microsoft.com/office/drawing/2014/main" id="{11E26660-D22E-467A-8848-20961786ECAA}"/>
                          </a:ext>
                        </a:extLst>
                      </p:cNvPr>
                      <p:cNvPicPr/>
                      <p:nvPr/>
                    </p:nvPicPr>
                    <p:blipFill>
                      <a:blip r:embed="rId6"/>
                      <a:stretch>
                        <a:fillRect/>
                      </a:stretch>
                    </p:blipFill>
                    <p:spPr>
                      <a:xfrm>
                        <a:off x="1198863" y="4240213"/>
                        <a:ext cx="6451600" cy="6858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8F50D219-0443-4539-B5E7-2F23802D5022}"/>
              </a:ext>
            </a:extLst>
          </p:cNvPr>
          <p:cNvSpPr txBox="1"/>
          <p:nvPr/>
        </p:nvSpPr>
        <p:spPr>
          <a:xfrm>
            <a:off x="1158294" y="5377787"/>
            <a:ext cx="1314334" cy="369332"/>
          </a:xfrm>
          <a:prstGeom prst="rect">
            <a:avLst/>
          </a:prstGeom>
          <a:noFill/>
        </p:spPr>
        <p:txBody>
          <a:bodyPr wrap="none" rtlCol="0">
            <a:spAutoFit/>
          </a:bodyPr>
          <a:lstStyle/>
          <a:p>
            <a:r>
              <a:rPr lang="en-US" dirty="0"/>
              <a:t>We assume </a:t>
            </a:r>
          </a:p>
        </p:txBody>
      </p:sp>
      <p:graphicFrame>
        <p:nvGraphicFramePr>
          <p:cNvPr id="8" name="Object 7">
            <a:extLst>
              <a:ext uri="{FF2B5EF4-FFF2-40B4-BE49-F238E27FC236}">
                <a16:creationId xmlns:a16="http://schemas.microsoft.com/office/drawing/2014/main" id="{D38C7989-54FD-4388-A346-81A915DD56DE}"/>
              </a:ext>
            </a:extLst>
          </p:cNvPr>
          <p:cNvGraphicFramePr>
            <a:graphicFrameLocks noChangeAspect="1"/>
          </p:cNvGraphicFramePr>
          <p:nvPr>
            <p:extLst>
              <p:ext uri="{D42A27DB-BD31-4B8C-83A1-F6EECF244321}">
                <p14:modId xmlns:p14="http://schemas.microsoft.com/office/powerpoint/2010/main" val="2764974099"/>
              </p:ext>
            </p:extLst>
          </p:nvPr>
        </p:nvGraphicFramePr>
        <p:xfrm>
          <a:off x="2347001" y="5440658"/>
          <a:ext cx="2006600" cy="292100"/>
        </p:xfrm>
        <a:graphic>
          <a:graphicData uri="http://schemas.openxmlformats.org/presentationml/2006/ole">
            <mc:AlternateContent xmlns:mc="http://schemas.openxmlformats.org/markup-compatibility/2006">
              <mc:Choice xmlns:v="urn:schemas-microsoft-com:vml" Requires="v">
                <p:oleObj name="Equation" r:id="rId7" imgW="2006280" imgH="291960" progId="Equation.DSMT4">
                  <p:embed/>
                </p:oleObj>
              </mc:Choice>
              <mc:Fallback>
                <p:oleObj name="Equation" r:id="rId7" imgW="2006280" imgH="291960" progId="Equation.DSMT4">
                  <p:embed/>
                  <p:pic>
                    <p:nvPicPr>
                      <p:cNvPr id="8" name="Object 7">
                        <a:extLst>
                          <a:ext uri="{FF2B5EF4-FFF2-40B4-BE49-F238E27FC236}">
                            <a16:creationId xmlns:a16="http://schemas.microsoft.com/office/drawing/2014/main" id="{D38C7989-54FD-4388-A346-81A915DD56DE}"/>
                          </a:ext>
                        </a:extLst>
                      </p:cNvPr>
                      <p:cNvPicPr/>
                      <p:nvPr/>
                    </p:nvPicPr>
                    <p:blipFill>
                      <a:blip r:embed="rId8"/>
                      <a:stretch>
                        <a:fillRect/>
                      </a:stretch>
                    </p:blipFill>
                    <p:spPr>
                      <a:xfrm>
                        <a:off x="2347001" y="5440658"/>
                        <a:ext cx="2006600" cy="292100"/>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E93F8CF1-F7C5-41C6-86B3-18FEE89B811A}"/>
              </a:ext>
            </a:extLst>
          </p:cNvPr>
          <p:cNvSpPr txBox="1"/>
          <p:nvPr/>
        </p:nvSpPr>
        <p:spPr>
          <a:xfrm>
            <a:off x="1158294" y="5951959"/>
            <a:ext cx="2252540" cy="369332"/>
          </a:xfrm>
          <a:prstGeom prst="rect">
            <a:avLst/>
          </a:prstGeom>
          <a:noFill/>
        </p:spPr>
        <p:txBody>
          <a:bodyPr wrap="none" rtlCol="0">
            <a:spAutoFit/>
          </a:bodyPr>
          <a:lstStyle/>
          <a:p>
            <a:r>
              <a:rPr lang="en-US" dirty="0"/>
              <a:t>Thus, if                then  </a:t>
            </a:r>
          </a:p>
        </p:txBody>
      </p:sp>
      <p:graphicFrame>
        <p:nvGraphicFramePr>
          <p:cNvPr id="10" name="Object 9">
            <a:extLst>
              <a:ext uri="{FF2B5EF4-FFF2-40B4-BE49-F238E27FC236}">
                <a16:creationId xmlns:a16="http://schemas.microsoft.com/office/drawing/2014/main" id="{3D232020-2B4A-4C21-968C-1C4059F60C8B}"/>
              </a:ext>
            </a:extLst>
          </p:cNvPr>
          <p:cNvGraphicFramePr>
            <a:graphicFrameLocks noChangeAspect="1"/>
          </p:cNvGraphicFramePr>
          <p:nvPr>
            <p:extLst>
              <p:ext uri="{D42A27DB-BD31-4B8C-83A1-F6EECF244321}">
                <p14:modId xmlns:p14="http://schemas.microsoft.com/office/powerpoint/2010/main" val="3262095975"/>
              </p:ext>
            </p:extLst>
          </p:nvPr>
        </p:nvGraphicFramePr>
        <p:xfrm>
          <a:off x="1981245" y="6010275"/>
          <a:ext cx="685800" cy="292100"/>
        </p:xfrm>
        <a:graphic>
          <a:graphicData uri="http://schemas.openxmlformats.org/presentationml/2006/ole">
            <mc:AlternateContent xmlns:mc="http://schemas.openxmlformats.org/markup-compatibility/2006">
              <mc:Choice xmlns:v="urn:schemas-microsoft-com:vml" Requires="v">
                <p:oleObj name="Equation" r:id="rId9" imgW="685800" imgH="291960" progId="Equation.DSMT4">
                  <p:embed/>
                </p:oleObj>
              </mc:Choice>
              <mc:Fallback>
                <p:oleObj name="Equation" r:id="rId9" imgW="685800" imgH="291960" progId="Equation.DSMT4">
                  <p:embed/>
                  <p:pic>
                    <p:nvPicPr>
                      <p:cNvPr id="10" name="Object 9">
                        <a:extLst>
                          <a:ext uri="{FF2B5EF4-FFF2-40B4-BE49-F238E27FC236}">
                            <a16:creationId xmlns:a16="http://schemas.microsoft.com/office/drawing/2014/main" id="{3D232020-2B4A-4C21-968C-1C4059F60C8B}"/>
                          </a:ext>
                        </a:extLst>
                      </p:cNvPr>
                      <p:cNvPicPr/>
                      <p:nvPr/>
                    </p:nvPicPr>
                    <p:blipFill>
                      <a:blip r:embed="rId10"/>
                      <a:stretch>
                        <a:fillRect/>
                      </a:stretch>
                    </p:blipFill>
                    <p:spPr>
                      <a:xfrm>
                        <a:off x="1981245" y="6010275"/>
                        <a:ext cx="685800" cy="2921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01651C91-08B2-4088-9545-1F4AA080DBE8}"/>
              </a:ext>
            </a:extLst>
          </p:cNvPr>
          <p:cNvGraphicFramePr>
            <a:graphicFrameLocks noChangeAspect="1"/>
          </p:cNvGraphicFramePr>
          <p:nvPr>
            <p:extLst>
              <p:ext uri="{D42A27DB-BD31-4B8C-83A1-F6EECF244321}">
                <p14:modId xmlns:p14="http://schemas.microsoft.com/office/powerpoint/2010/main" val="1197261014"/>
              </p:ext>
            </p:extLst>
          </p:nvPr>
        </p:nvGraphicFramePr>
        <p:xfrm>
          <a:off x="3222044" y="5870575"/>
          <a:ext cx="1257300" cy="571500"/>
        </p:xfrm>
        <a:graphic>
          <a:graphicData uri="http://schemas.openxmlformats.org/presentationml/2006/ole">
            <mc:AlternateContent xmlns:mc="http://schemas.openxmlformats.org/markup-compatibility/2006">
              <mc:Choice xmlns:v="urn:schemas-microsoft-com:vml" Requires="v">
                <p:oleObj name="Equation" r:id="rId11" imgW="1257120" imgH="571320" progId="Equation.DSMT4">
                  <p:embed/>
                </p:oleObj>
              </mc:Choice>
              <mc:Fallback>
                <p:oleObj name="Equation" r:id="rId11" imgW="1257120" imgH="571320" progId="Equation.DSMT4">
                  <p:embed/>
                  <p:pic>
                    <p:nvPicPr>
                      <p:cNvPr id="11" name="Object 10">
                        <a:extLst>
                          <a:ext uri="{FF2B5EF4-FFF2-40B4-BE49-F238E27FC236}">
                            <a16:creationId xmlns:a16="http://schemas.microsoft.com/office/drawing/2014/main" id="{01651C91-08B2-4088-9545-1F4AA080DBE8}"/>
                          </a:ext>
                        </a:extLst>
                      </p:cNvPr>
                      <p:cNvPicPr/>
                      <p:nvPr/>
                    </p:nvPicPr>
                    <p:blipFill>
                      <a:blip r:embed="rId12"/>
                      <a:stretch>
                        <a:fillRect/>
                      </a:stretch>
                    </p:blipFill>
                    <p:spPr>
                      <a:xfrm>
                        <a:off x="3222044" y="5870575"/>
                        <a:ext cx="1257300" cy="571500"/>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4D93AC61-3E6F-4ED6-9103-79AFAC787A5C}"/>
              </a:ext>
            </a:extLst>
          </p:cNvPr>
          <p:cNvSpPr txBox="1"/>
          <p:nvPr/>
        </p:nvSpPr>
        <p:spPr>
          <a:xfrm>
            <a:off x="8207056" y="4384159"/>
            <a:ext cx="1757019" cy="369332"/>
          </a:xfrm>
          <a:prstGeom prst="rect">
            <a:avLst/>
          </a:prstGeom>
          <a:noFill/>
        </p:spPr>
        <p:txBody>
          <a:bodyPr wrap="none" rtlCol="0">
            <a:spAutoFit/>
          </a:bodyPr>
          <a:lstStyle/>
          <a:p>
            <a:r>
              <a:rPr lang="en-US" dirty="0"/>
              <a:t>decision variable</a:t>
            </a:r>
          </a:p>
        </p:txBody>
      </p:sp>
      <p:graphicFrame>
        <p:nvGraphicFramePr>
          <p:cNvPr id="13" name="Object 12">
            <a:extLst>
              <a:ext uri="{FF2B5EF4-FFF2-40B4-BE49-F238E27FC236}">
                <a16:creationId xmlns:a16="http://schemas.microsoft.com/office/drawing/2014/main" id="{1D6CC199-07E2-4AE3-BD17-93EB9A10CA5E}"/>
              </a:ext>
            </a:extLst>
          </p:cNvPr>
          <p:cNvGraphicFramePr>
            <a:graphicFrameLocks noChangeAspect="1"/>
          </p:cNvGraphicFramePr>
          <p:nvPr>
            <p:extLst>
              <p:ext uri="{D42A27DB-BD31-4B8C-83A1-F6EECF244321}">
                <p14:modId xmlns:p14="http://schemas.microsoft.com/office/powerpoint/2010/main" val="2530054569"/>
              </p:ext>
            </p:extLst>
          </p:nvPr>
        </p:nvGraphicFramePr>
        <p:xfrm>
          <a:off x="1201738" y="2968625"/>
          <a:ext cx="5651500" cy="723900"/>
        </p:xfrm>
        <a:graphic>
          <a:graphicData uri="http://schemas.openxmlformats.org/presentationml/2006/ole">
            <mc:AlternateContent xmlns:mc="http://schemas.openxmlformats.org/markup-compatibility/2006">
              <mc:Choice xmlns:v="urn:schemas-microsoft-com:vml" Requires="v">
                <p:oleObj name="Equation" r:id="rId13" imgW="5651280" imgH="723600" progId="Equation.DSMT4">
                  <p:embed/>
                </p:oleObj>
              </mc:Choice>
              <mc:Fallback>
                <p:oleObj name="Equation" r:id="rId13" imgW="5651280" imgH="723600" progId="Equation.DSMT4">
                  <p:embed/>
                  <p:pic>
                    <p:nvPicPr>
                      <p:cNvPr id="13" name="Object 12">
                        <a:extLst>
                          <a:ext uri="{FF2B5EF4-FFF2-40B4-BE49-F238E27FC236}">
                            <a16:creationId xmlns:a16="http://schemas.microsoft.com/office/drawing/2014/main" id="{1D6CC199-07E2-4AE3-BD17-93EB9A10CA5E}"/>
                          </a:ext>
                        </a:extLst>
                      </p:cNvPr>
                      <p:cNvPicPr/>
                      <p:nvPr/>
                    </p:nvPicPr>
                    <p:blipFill>
                      <a:blip r:embed="rId14"/>
                      <a:stretch>
                        <a:fillRect/>
                      </a:stretch>
                    </p:blipFill>
                    <p:spPr>
                      <a:xfrm>
                        <a:off x="1201738" y="2968625"/>
                        <a:ext cx="5651500" cy="723900"/>
                      </a:xfrm>
                      <a:prstGeom prst="rect">
                        <a:avLst/>
                      </a:prstGeom>
                    </p:spPr>
                  </p:pic>
                </p:oleObj>
              </mc:Fallback>
            </mc:AlternateContent>
          </a:graphicData>
        </a:graphic>
      </p:graphicFrame>
    </p:spTree>
    <p:extLst>
      <p:ext uri="{BB962C8B-B14F-4D97-AF65-F5344CB8AC3E}">
        <p14:creationId xmlns:p14="http://schemas.microsoft.com/office/powerpoint/2010/main" val="245909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C58A6F3-4474-46A0-94C8-865D5781CB16}"/>
              </a:ext>
            </a:extLst>
          </p:cNvPr>
          <p:cNvPicPr>
            <a:picLocks noChangeAspect="1"/>
          </p:cNvPicPr>
          <p:nvPr/>
        </p:nvPicPr>
        <p:blipFill>
          <a:blip r:embed="rId3"/>
          <a:stretch>
            <a:fillRect/>
          </a:stretch>
        </p:blipFill>
        <p:spPr>
          <a:xfrm>
            <a:off x="757609" y="608360"/>
            <a:ext cx="1518630" cy="1674916"/>
          </a:xfrm>
          <a:prstGeom prst="rect">
            <a:avLst/>
          </a:prstGeom>
        </p:spPr>
      </p:pic>
      <p:pic>
        <p:nvPicPr>
          <p:cNvPr id="11" name="Picture 10">
            <a:extLst>
              <a:ext uri="{FF2B5EF4-FFF2-40B4-BE49-F238E27FC236}">
                <a16:creationId xmlns:a16="http://schemas.microsoft.com/office/drawing/2014/main" id="{7366902A-C39A-48B3-B03A-7F6B5448E96C}"/>
              </a:ext>
            </a:extLst>
          </p:cNvPr>
          <p:cNvPicPr>
            <a:picLocks noChangeAspect="1"/>
          </p:cNvPicPr>
          <p:nvPr/>
        </p:nvPicPr>
        <p:blipFill>
          <a:blip r:embed="rId4"/>
          <a:stretch>
            <a:fillRect/>
          </a:stretch>
        </p:blipFill>
        <p:spPr>
          <a:xfrm>
            <a:off x="757609" y="2549980"/>
            <a:ext cx="1542453" cy="1674916"/>
          </a:xfrm>
          <a:prstGeom prst="rect">
            <a:avLst/>
          </a:prstGeom>
        </p:spPr>
      </p:pic>
      <p:pic>
        <p:nvPicPr>
          <p:cNvPr id="13" name="Picture 12">
            <a:extLst>
              <a:ext uri="{FF2B5EF4-FFF2-40B4-BE49-F238E27FC236}">
                <a16:creationId xmlns:a16="http://schemas.microsoft.com/office/drawing/2014/main" id="{A82EACB4-8C2A-47BE-9C4A-7E36824DF789}"/>
              </a:ext>
            </a:extLst>
          </p:cNvPr>
          <p:cNvPicPr>
            <a:picLocks noChangeAspect="1"/>
          </p:cNvPicPr>
          <p:nvPr/>
        </p:nvPicPr>
        <p:blipFill>
          <a:blip r:embed="rId5"/>
          <a:stretch>
            <a:fillRect/>
          </a:stretch>
        </p:blipFill>
        <p:spPr>
          <a:xfrm>
            <a:off x="737817" y="4533689"/>
            <a:ext cx="1518630" cy="1603628"/>
          </a:xfrm>
          <a:prstGeom prst="rect">
            <a:avLst/>
          </a:prstGeom>
        </p:spPr>
      </p:pic>
      <p:pic>
        <p:nvPicPr>
          <p:cNvPr id="15" name="Picture 14">
            <a:extLst>
              <a:ext uri="{FF2B5EF4-FFF2-40B4-BE49-F238E27FC236}">
                <a16:creationId xmlns:a16="http://schemas.microsoft.com/office/drawing/2014/main" id="{F643CDDA-2787-4DE1-99FE-D68F8EE11C58}"/>
              </a:ext>
            </a:extLst>
          </p:cNvPr>
          <p:cNvPicPr>
            <a:picLocks noChangeAspect="1"/>
          </p:cNvPicPr>
          <p:nvPr/>
        </p:nvPicPr>
        <p:blipFill>
          <a:blip r:embed="rId6"/>
          <a:stretch>
            <a:fillRect/>
          </a:stretch>
        </p:blipFill>
        <p:spPr>
          <a:xfrm>
            <a:off x="4710174" y="593266"/>
            <a:ext cx="1689635" cy="1671973"/>
          </a:xfrm>
          <a:prstGeom prst="rect">
            <a:avLst/>
          </a:prstGeom>
        </p:spPr>
      </p:pic>
      <p:pic>
        <p:nvPicPr>
          <p:cNvPr id="17" name="Picture 16">
            <a:extLst>
              <a:ext uri="{FF2B5EF4-FFF2-40B4-BE49-F238E27FC236}">
                <a16:creationId xmlns:a16="http://schemas.microsoft.com/office/drawing/2014/main" id="{B6AC23A3-4AEA-406A-A83A-DBE415759E33}"/>
              </a:ext>
            </a:extLst>
          </p:cNvPr>
          <p:cNvPicPr>
            <a:picLocks noChangeAspect="1"/>
          </p:cNvPicPr>
          <p:nvPr/>
        </p:nvPicPr>
        <p:blipFill>
          <a:blip r:embed="rId7"/>
          <a:stretch>
            <a:fillRect/>
          </a:stretch>
        </p:blipFill>
        <p:spPr>
          <a:xfrm>
            <a:off x="4591470" y="2549980"/>
            <a:ext cx="1796463" cy="1765382"/>
          </a:xfrm>
          <a:prstGeom prst="rect">
            <a:avLst/>
          </a:prstGeom>
        </p:spPr>
      </p:pic>
      <p:pic>
        <p:nvPicPr>
          <p:cNvPr id="19" name="Picture 18">
            <a:extLst>
              <a:ext uri="{FF2B5EF4-FFF2-40B4-BE49-F238E27FC236}">
                <a16:creationId xmlns:a16="http://schemas.microsoft.com/office/drawing/2014/main" id="{AD4F56CB-D8B6-4707-869F-2E5AE24ABD79}"/>
              </a:ext>
            </a:extLst>
          </p:cNvPr>
          <p:cNvPicPr>
            <a:picLocks noChangeAspect="1"/>
          </p:cNvPicPr>
          <p:nvPr/>
        </p:nvPicPr>
        <p:blipFill>
          <a:blip r:embed="rId8"/>
          <a:stretch>
            <a:fillRect/>
          </a:stretch>
        </p:blipFill>
        <p:spPr>
          <a:xfrm>
            <a:off x="4704040" y="4563742"/>
            <a:ext cx="1631201" cy="1608584"/>
          </a:xfrm>
          <a:prstGeom prst="rect">
            <a:avLst/>
          </a:prstGeom>
        </p:spPr>
      </p:pic>
      <p:sp>
        <p:nvSpPr>
          <p:cNvPr id="20" name="TextBox 19">
            <a:extLst>
              <a:ext uri="{FF2B5EF4-FFF2-40B4-BE49-F238E27FC236}">
                <a16:creationId xmlns:a16="http://schemas.microsoft.com/office/drawing/2014/main" id="{6658ADC1-F945-4C51-81EC-FCA216E423B9}"/>
              </a:ext>
            </a:extLst>
          </p:cNvPr>
          <p:cNvSpPr txBox="1"/>
          <p:nvPr/>
        </p:nvSpPr>
        <p:spPr>
          <a:xfrm>
            <a:off x="461395" y="81400"/>
            <a:ext cx="2134880" cy="369332"/>
          </a:xfrm>
          <a:prstGeom prst="rect">
            <a:avLst/>
          </a:prstGeom>
          <a:noFill/>
        </p:spPr>
        <p:txBody>
          <a:bodyPr wrap="none" rtlCol="0">
            <a:spAutoFit/>
          </a:bodyPr>
          <a:lstStyle/>
          <a:p>
            <a:r>
              <a:rPr lang="en-US" dirty="0"/>
              <a:t>each cue individually</a:t>
            </a:r>
          </a:p>
        </p:txBody>
      </p:sp>
      <p:sp>
        <p:nvSpPr>
          <p:cNvPr id="21" name="TextBox 20">
            <a:extLst>
              <a:ext uri="{FF2B5EF4-FFF2-40B4-BE49-F238E27FC236}">
                <a16:creationId xmlns:a16="http://schemas.microsoft.com/office/drawing/2014/main" id="{BF2CE523-07C3-49EC-9D20-A411FAA7E65D}"/>
              </a:ext>
            </a:extLst>
          </p:cNvPr>
          <p:cNvSpPr txBox="1"/>
          <p:nvPr/>
        </p:nvSpPr>
        <p:spPr>
          <a:xfrm>
            <a:off x="640598" y="6412115"/>
            <a:ext cx="1615850" cy="400110"/>
          </a:xfrm>
          <a:prstGeom prst="rect">
            <a:avLst/>
          </a:prstGeom>
          <a:noFill/>
        </p:spPr>
        <p:txBody>
          <a:bodyPr wrap="square" rtlCol="0">
            <a:spAutoFit/>
          </a:bodyPr>
          <a:lstStyle/>
          <a:p>
            <a:r>
              <a:rPr lang="en-US" sz="1000" dirty="0"/>
              <a:t>Each of the 3 cues have roughly same accuracy.</a:t>
            </a:r>
          </a:p>
        </p:txBody>
      </p:sp>
      <p:sp>
        <p:nvSpPr>
          <p:cNvPr id="22" name="TextBox 21">
            <a:extLst>
              <a:ext uri="{FF2B5EF4-FFF2-40B4-BE49-F238E27FC236}">
                <a16:creationId xmlns:a16="http://schemas.microsoft.com/office/drawing/2014/main" id="{42658E54-ED6F-4C5A-9504-E4D297932981}"/>
              </a:ext>
            </a:extLst>
          </p:cNvPr>
          <p:cNvSpPr txBox="1"/>
          <p:nvPr/>
        </p:nvSpPr>
        <p:spPr>
          <a:xfrm>
            <a:off x="4591470" y="127712"/>
            <a:ext cx="2030492" cy="369332"/>
          </a:xfrm>
          <a:prstGeom prst="rect">
            <a:avLst/>
          </a:prstGeom>
          <a:noFill/>
        </p:spPr>
        <p:txBody>
          <a:bodyPr wrap="none" rtlCol="0">
            <a:spAutoFit/>
          </a:bodyPr>
          <a:lstStyle/>
          <a:p>
            <a:r>
              <a:rPr lang="en-US" dirty="0"/>
              <a:t>2-cue combinations</a:t>
            </a:r>
          </a:p>
        </p:txBody>
      </p:sp>
      <p:sp>
        <p:nvSpPr>
          <p:cNvPr id="23" name="TextBox 22">
            <a:extLst>
              <a:ext uri="{FF2B5EF4-FFF2-40B4-BE49-F238E27FC236}">
                <a16:creationId xmlns:a16="http://schemas.microsoft.com/office/drawing/2014/main" id="{CA3C5F99-2BA7-42C8-8972-68F292A1358D}"/>
              </a:ext>
            </a:extLst>
          </p:cNvPr>
          <p:cNvSpPr txBox="1"/>
          <p:nvPr/>
        </p:nvSpPr>
        <p:spPr>
          <a:xfrm>
            <a:off x="4798791" y="6369201"/>
            <a:ext cx="1615850" cy="400110"/>
          </a:xfrm>
          <a:prstGeom prst="rect">
            <a:avLst/>
          </a:prstGeom>
          <a:noFill/>
        </p:spPr>
        <p:txBody>
          <a:bodyPr wrap="square" rtlCol="0">
            <a:spAutoFit/>
          </a:bodyPr>
          <a:lstStyle/>
          <a:p>
            <a:r>
              <a:rPr lang="en-US" sz="1000" dirty="0"/>
              <a:t>Histogram &amp; power are the best combination</a:t>
            </a:r>
          </a:p>
        </p:txBody>
      </p:sp>
      <p:sp>
        <p:nvSpPr>
          <p:cNvPr id="24" name="TextBox 23">
            <a:extLst>
              <a:ext uri="{FF2B5EF4-FFF2-40B4-BE49-F238E27FC236}">
                <a16:creationId xmlns:a16="http://schemas.microsoft.com/office/drawing/2014/main" id="{29CF9B4C-67E2-4797-9945-E6B81F06635D}"/>
              </a:ext>
            </a:extLst>
          </p:cNvPr>
          <p:cNvSpPr txBox="1"/>
          <p:nvPr/>
        </p:nvSpPr>
        <p:spPr>
          <a:xfrm>
            <a:off x="8805231" y="54457"/>
            <a:ext cx="2129878" cy="369332"/>
          </a:xfrm>
          <a:prstGeom prst="rect">
            <a:avLst/>
          </a:prstGeom>
          <a:noFill/>
        </p:spPr>
        <p:txBody>
          <a:bodyPr wrap="none" rtlCol="0">
            <a:spAutoFit/>
          </a:bodyPr>
          <a:lstStyle/>
          <a:p>
            <a:r>
              <a:rPr lang="en-US" dirty="0"/>
              <a:t>all-cue combinations</a:t>
            </a:r>
          </a:p>
        </p:txBody>
      </p:sp>
      <p:sp>
        <p:nvSpPr>
          <p:cNvPr id="27" name="TextBox 26">
            <a:extLst>
              <a:ext uri="{FF2B5EF4-FFF2-40B4-BE49-F238E27FC236}">
                <a16:creationId xmlns:a16="http://schemas.microsoft.com/office/drawing/2014/main" id="{A406C8DF-111D-4299-ACE6-01AD281BB4EF}"/>
              </a:ext>
            </a:extLst>
          </p:cNvPr>
          <p:cNvSpPr txBox="1"/>
          <p:nvPr/>
        </p:nvSpPr>
        <p:spPr>
          <a:xfrm>
            <a:off x="8829872" y="565358"/>
            <a:ext cx="1722742" cy="400110"/>
          </a:xfrm>
          <a:prstGeom prst="rect">
            <a:avLst/>
          </a:prstGeom>
          <a:noFill/>
        </p:spPr>
        <p:txBody>
          <a:bodyPr wrap="square" rtlCol="0">
            <a:spAutoFit/>
          </a:bodyPr>
          <a:lstStyle/>
          <a:p>
            <a:pPr algn="ctr"/>
            <a:r>
              <a:rPr lang="en-US" sz="1000" dirty="0"/>
              <a:t>Combining all edge cues first, then with the other two:</a:t>
            </a:r>
          </a:p>
        </p:txBody>
      </p:sp>
      <p:pic>
        <p:nvPicPr>
          <p:cNvPr id="29" name="Picture 28">
            <a:extLst>
              <a:ext uri="{FF2B5EF4-FFF2-40B4-BE49-F238E27FC236}">
                <a16:creationId xmlns:a16="http://schemas.microsoft.com/office/drawing/2014/main" id="{75A9D38C-92C0-4FFA-8AFE-776EC0E17ADD}"/>
              </a:ext>
            </a:extLst>
          </p:cNvPr>
          <p:cNvPicPr>
            <a:picLocks noChangeAspect="1"/>
          </p:cNvPicPr>
          <p:nvPr/>
        </p:nvPicPr>
        <p:blipFill>
          <a:blip r:embed="rId9"/>
          <a:stretch>
            <a:fillRect/>
          </a:stretch>
        </p:blipFill>
        <p:spPr>
          <a:xfrm>
            <a:off x="8758108" y="1071816"/>
            <a:ext cx="1884016" cy="1770484"/>
          </a:xfrm>
          <a:prstGeom prst="rect">
            <a:avLst/>
          </a:prstGeom>
        </p:spPr>
      </p:pic>
      <p:pic>
        <p:nvPicPr>
          <p:cNvPr id="31" name="Picture 30">
            <a:extLst>
              <a:ext uri="{FF2B5EF4-FFF2-40B4-BE49-F238E27FC236}">
                <a16:creationId xmlns:a16="http://schemas.microsoft.com/office/drawing/2014/main" id="{BDEA9534-F6C0-4B0D-81C1-289C185713BB}"/>
              </a:ext>
            </a:extLst>
          </p:cNvPr>
          <p:cNvPicPr>
            <a:picLocks noChangeAspect="1"/>
          </p:cNvPicPr>
          <p:nvPr/>
        </p:nvPicPr>
        <p:blipFill>
          <a:blip r:embed="rId10"/>
          <a:stretch>
            <a:fillRect/>
          </a:stretch>
        </p:blipFill>
        <p:spPr>
          <a:xfrm>
            <a:off x="9010922" y="3490327"/>
            <a:ext cx="1631202" cy="1857309"/>
          </a:xfrm>
          <a:prstGeom prst="rect">
            <a:avLst/>
          </a:prstGeom>
        </p:spPr>
      </p:pic>
      <p:sp>
        <p:nvSpPr>
          <p:cNvPr id="32" name="TextBox 31">
            <a:extLst>
              <a:ext uri="{FF2B5EF4-FFF2-40B4-BE49-F238E27FC236}">
                <a16:creationId xmlns:a16="http://schemas.microsoft.com/office/drawing/2014/main" id="{A26208CB-D748-4EAA-A41D-596D0CA9FEC2}"/>
              </a:ext>
            </a:extLst>
          </p:cNvPr>
          <p:cNvSpPr txBox="1"/>
          <p:nvPr/>
        </p:nvSpPr>
        <p:spPr>
          <a:xfrm>
            <a:off x="8919382" y="3165035"/>
            <a:ext cx="1722742" cy="246221"/>
          </a:xfrm>
          <a:prstGeom prst="rect">
            <a:avLst/>
          </a:prstGeom>
          <a:noFill/>
        </p:spPr>
        <p:txBody>
          <a:bodyPr wrap="square" rtlCol="0">
            <a:spAutoFit/>
          </a:bodyPr>
          <a:lstStyle/>
          <a:p>
            <a:pPr algn="ctr"/>
            <a:r>
              <a:rPr lang="en-US" sz="1000" dirty="0"/>
              <a:t>Combining all cues at once:</a:t>
            </a:r>
          </a:p>
        </p:txBody>
      </p:sp>
      <p:sp>
        <p:nvSpPr>
          <p:cNvPr id="33" name="TextBox 32">
            <a:extLst>
              <a:ext uri="{FF2B5EF4-FFF2-40B4-BE49-F238E27FC236}">
                <a16:creationId xmlns:a16="http://schemas.microsoft.com/office/drawing/2014/main" id="{CE56FB6C-9FFB-4D65-9055-9EAC4076CD29}"/>
              </a:ext>
            </a:extLst>
          </p:cNvPr>
          <p:cNvSpPr txBox="1"/>
          <p:nvPr/>
        </p:nvSpPr>
        <p:spPr>
          <a:xfrm>
            <a:off x="2530005" y="594765"/>
            <a:ext cx="1572920" cy="1323439"/>
          </a:xfrm>
          <a:prstGeom prst="rect">
            <a:avLst/>
          </a:prstGeom>
          <a:noFill/>
        </p:spPr>
        <p:txBody>
          <a:bodyPr wrap="square" rtlCol="0">
            <a:spAutoFit/>
          </a:bodyPr>
          <a:lstStyle/>
          <a:p>
            <a:r>
              <a:rPr lang="en-US" sz="800" dirty="0"/>
              <a:t>The 3 error rates are:</a:t>
            </a:r>
          </a:p>
          <a:p>
            <a:pPr marL="228600" indent="-228600">
              <a:buFont typeface="+mj-lt"/>
              <a:buAutoNum type="arabicPeriod"/>
            </a:pPr>
            <a:r>
              <a:rPr lang="en-US" sz="800" dirty="0"/>
              <a:t>between the fitted </a:t>
            </a:r>
            <a:r>
              <a:rPr lang="en-US" sz="800" dirty="0" err="1"/>
              <a:t>normals</a:t>
            </a:r>
            <a:r>
              <a:rPr lang="en-US" sz="800" dirty="0"/>
              <a:t> with their optimal boundary,</a:t>
            </a:r>
          </a:p>
          <a:p>
            <a:pPr marL="228600" indent="-228600">
              <a:buFont typeface="+mj-lt"/>
              <a:buAutoNum type="arabicPeriod"/>
            </a:pPr>
            <a:r>
              <a:rPr lang="en-US" sz="800" dirty="0"/>
              <a:t>between the samples with the optimal normal boundary,</a:t>
            </a:r>
          </a:p>
          <a:p>
            <a:pPr marL="228600" indent="-228600">
              <a:buFont typeface="+mj-lt"/>
              <a:buAutoNum type="arabicPeriod"/>
            </a:pPr>
            <a:r>
              <a:rPr lang="en-US" sz="800" dirty="0"/>
              <a:t>between the samples with a sample-optimized quadratic boundary</a:t>
            </a:r>
          </a:p>
        </p:txBody>
      </p:sp>
      <p:sp>
        <p:nvSpPr>
          <p:cNvPr id="34" name="TextBox 33">
            <a:extLst>
              <a:ext uri="{FF2B5EF4-FFF2-40B4-BE49-F238E27FC236}">
                <a16:creationId xmlns:a16="http://schemas.microsoft.com/office/drawing/2014/main" id="{104ED1E7-1AC6-4C4D-8B61-230E27938B3D}"/>
              </a:ext>
            </a:extLst>
          </p:cNvPr>
          <p:cNvSpPr txBox="1"/>
          <p:nvPr/>
        </p:nvSpPr>
        <p:spPr>
          <a:xfrm>
            <a:off x="8320101" y="5480104"/>
            <a:ext cx="3012844" cy="1323439"/>
          </a:xfrm>
          <a:prstGeom prst="rect">
            <a:avLst/>
          </a:prstGeom>
          <a:noFill/>
        </p:spPr>
        <p:txBody>
          <a:bodyPr wrap="square" rtlCol="0">
            <a:spAutoFit/>
          </a:bodyPr>
          <a:lstStyle/>
          <a:p>
            <a:pPr marL="171450" indent="-171450">
              <a:buFont typeface="Arial" panose="020B0604020202020204" pitchFamily="34" charset="0"/>
              <a:buChar char="•"/>
            </a:pPr>
            <a:r>
              <a:rPr lang="en-US" sz="1000" dirty="0"/>
              <a:t>Combination sequence makes little difference.</a:t>
            </a:r>
          </a:p>
          <a:p>
            <a:pPr marL="171450" indent="-171450">
              <a:buFont typeface="Arial" panose="020B0604020202020204" pitchFamily="34" charset="0"/>
              <a:buChar char="•"/>
            </a:pPr>
            <a:r>
              <a:rPr lang="en-US" sz="1000" dirty="0"/>
              <a:t>Adding edge to </a:t>
            </a:r>
            <a:r>
              <a:rPr lang="en-US" sz="1000" dirty="0" err="1"/>
              <a:t>histogram+power</a:t>
            </a:r>
            <a:endParaRPr lang="en-US" sz="1000" dirty="0"/>
          </a:p>
          <a:p>
            <a:pPr marL="628650" lvl="1" indent="-171450">
              <a:buFont typeface="Arial" panose="020B0604020202020204" pitchFamily="34" charset="0"/>
              <a:buChar char="•"/>
            </a:pPr>
            <a:r>
              <a:rPr lang="en-US" sz="1000" i="1" dirty="0"/>
              <a:t>worsens</a:t>
            </a:r>
            <a:r>
              <a:rPr lang="en-US" sz="1000" dirty="0"/>
              <a:t> the 2</a:t>
            </a:r>
            <a:r>
              <a:rPr lang="en-US" sz="1000" baseline="30000" dirty="0"/>
              <a:t>nd</a:t>
            </a:r>
            <a:r>
              <a:rPr lang="en-US" sz="1000" dirty="0"/>
              <a:t> error rate, possibly because edge variable is badly modeled by a normal</a:t>
            </a:r>
          </a:p>
          <a:p>
            <a:pPr marL="628650" lvl="1" indent="-171450">
              <a:buFont typeface="Arial" panose="020B0604020202020204" pitchFamily="34" charset="0"/>
              <a:buChar char="•"/>
            </a:pPr>
            <a:r>
              <a:rPr lang="en-US" sz="1000" dirty="0"/>
              <a:t>marginally improves the 3</a:t>
            </a:r>
            <a:r>
              <a:rPr lang="en-US" sz="1000" baseline="30000" dirty="0"/>
              <a:t>rd</a:t>
            </a:r>
            <a:r>
              <a:rPr lang="en-US" sz="1000" dirty="0"/>
              <a:t> error rate (that starts from this poor normal boundary and optimizes for the sample)</a:t>
            </a:r>
          </a:p>
        </p:txBody>
      </p:sp>
    </p:spTree>
    <p:extLst>
      <p:ext uri="{BB962C8B-B14F-4D97-AF65-F5344CB8AC3E}">
        <p14:creationId xmlns:p14="http://schemas.microsoft.com/office/powerpoint/2010/main" val="1396948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3415-EA63-4901-89F8-FB1738403305}"/>
              </a:ext>
            </a:extLst>
          </p:cNvPr>
          <p:cNvSpPr>
            <a:spLocks noGrp="1"/>
          </p:cNvSpPr>
          <p:nvPr>
            <p:ph type="title"/>
          </p:nvPr>
        </p:nvSpPr>
        <p:spPr/>
        <p:txBody>
          <a:bodyPr/>
          <a:lstStyle/>
          <a:p>
            <a:r>
              <a:rPr lang="en-US" dirty="0"/>
              <a:t>Phase pattern cue</a:t>
            </a:r>
          </a:p>
        </p:txBody>
      </p:sp>
      <p:sp>
        <p:nvSpPr>
          <p:cNvPr id="3" name="Content Placeholder 2">
            <a:extLst>
              <a:ext uri="{FF2B5EF4-FFF2-40B4-BE49-F238E27FC236}">
                <a16:creationId xmlns:a16="http://schemas.microsoft.com/office/drawing/2014/main" id="{75488143-5F5F-40F4-9232-079E296CD7C8}"/>
              </a:ext>
            </a:extLst>
          </p:cNvPr>
          <p:cNvSpPr>
            <a:spLocks noGrp="1"/>
          </p:cNvSpPr>
          <p:nvPr>
            <p:ph idx="1"/>
          </p:nvPr>
        </p:nvSpPr>
        <p:spPr/>
        <p:txBody>
          <a:bodyPr/>
          <a:lstStyle/>
          <a:p>
            <a:r>
              <a:rPr lang="en-US" dirty="0"/>
              <a:t>This is the one where a texture patch is circularly shifted to match another one (maximize dot product) as best as possible.</a:t>
            </a:r>
          </a:p>
          <a:p>
            <a:r>
              <a:rPr lang="en-US" dirty="0"/>
              <a:t>This can improve discrimination in the cases where power spectrum, histogram </a:t>
            </a:r>
            <a:r>
              <a:rPr lang="en-US" dirty="0" err="1"/>
              <a:t>etc</a:t>
            </a:r>
            <a:r>
              <a:rPr lang="en-US" dirty="0"/>
              <a:t> are the same.</a:t>
            </a:r>
          </a:p>
          <a:p>
            <a:r>
              <a:rPr lang="en-US" dirty="0"/>
              <a:t>The function for this should still be intact in Bill’s shared code, but the line in the main script that calls it has been abandoned.</a:t>
            </a:r>
          </a:p>
          <a:p>
            <a:r>
              <a:rPr lang="en-US" dirty="0">
                <a:solidFill>
                  <a:schemeClr val="accent1"/>
                </a:solidFill>
              </a:rPr>
              <a:t>We can re-include this, after we speed up the function through the use of circular autocorrelation (dot product in Fourier domain)</a:t>
            </a:r>
          </a:p>
        </p:txBody>
      </p:sp>
    </p:spTree>
    <p:extLst>
      <p:ext uri="{BB962C8B-B14F-4D97-AF65-F5344CB8AC3E}">
        <p14:creationId xmlns:p14="http://schemas.microsoft.com/office/powerpoint/2010/main" val="3258547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BAB55A0E-9ED7-45A0-8ADE-2807147DB857}"/>
              </a:ext>
            </a:extLst>
          </p:cNvPr>
          <p:cNvGraphicFramePr>
            <a:graphicFrameLocks noChangeAspect="1"/>
          </p:cNvGraphicFramePr>
          <p:nvPr>
            <p:extLst>
              <p:ext uri="{D42A27DB-BD31-4B8C-83A1-F6EECF244321}">
                <p14:modId xmlns:p14="http://schemas.microsoft.com/office/powerpoint/2010/main" val="1761068450"/>
              </p:ext>
            </p:extLst>
          </p:nvPr>
        </p:nvGraphicFramePr>
        <p:xfrm>
          <a:off x="1277938" y="868363"/>
          <a:ext cx="2844800" cy="774700"/>
        </p:xfrm>
        <a:graphic>
          <a:graphicData uri="http://schemas.openxmlformats.org/presentationml/2006/ole">
            <mc:AlternateContent xmlns:mc="http://schemas.openxmlformats.org/markup-compatibility/2006">
              <mc:Choice xmlns:v="urn:schemas-microsoft-com:vml" Requires="v">
                <p:oleObj name="Equation" r:id="rId2" imgW="2844720" imgH="774360" progId="Equation.DSMT4">
                  <p:embed/>
                </p:oleObj>
              </mc:Choice>
              <mc:Fallback>
                <p:oleObj name="Equation" r:id="rId2" imgW="2844720" imgH="774360" progId="Equation.DSMT4">
                  <p:embed/>
                  <p:pic>
                    <p:nvPicPr>
                      <p:cNvPr id="3" name="Object 2">
                        <a:extLst>
                          <a:ext uri="{FF2B5EF4-FFF2-40B4-BE49-F238E27FC236}">
                            <a16:creationId xmlns:a16="http://schemas.microsoft.com/office/drawing/2014/main" id="{BAB55A0E-9ED7-45A0-8ADE-2807147DB857}"/>
                          </a:ext>
                        </a:extLst>
                      </p:cNvPr>
                      <p:cNvPicPr/>
                      <p:nvPr/>
                    </p:nvPicPr>
                    <p:blipFill>
                      <a:blip r:embed="rId3"/>
                      <a:stretch>
                        <a:fillRect/>
                      </a:stretch>
                    </p:blipFill>
                    <p:spPr>
                      <a:xfrm>
                        <a:off x="1277938" y="868363"/>
                        <a:ext cx="2844800" cy="7747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82DC6B4A-2574-4FD8-84C8-9CAD93FBA0CB}"/>
              </a:ext>
            </a:extLst>
          </p:cNvPr>
          <p:cNvGraphicFramePr>
            <a:graphicFrameLocks noChangeAspect="1"/>
          </p:cNvGraphicFramePr>
          <p:nvPr>
            <p:extLst>
              <p:ext uri="{D42A27DB-BD31-4B8C-83A1-F6EECF244321}">
                <p14:modId xmlns:p14="http://schemas.microsoft.com/office/powerpoint/2010/main" val="3149830794"/>
              </p:ext>
            </p:extLst>
          </p:nvPr>
        </p:nvGraphicFramePr>
        <p:xfrm>
          <a:off x="1277938" y="1995197"/>
          <a:ext cx="4610100" cy="698500"/>
        </p:xfrm>
        <a:graphic>
          <a:graphicData uri="http://schemas.openxmlformats.org/presentationml/2006/ole">
            <mc:AlternateContent xmlns:mc="http://schemas.openxmlformats.org/markup-compatibility/2006">
              <mc:Choice xmlns:v="urn:schemas-microsoft-com:vml" Requires="v">
                <p:oleObj name="Equation" r:id="rId4" imgW="4609800" imgH="698400" progId="Equation.DSMT4">
                  <p:embed/>
                </p:oleObj>
              </mc:Choice>
              <mc:Fallback>
                <p:oleObj name="Equation" r:id="rId4" imgW="4609800" imgH="698400" progId="Equation.DSMT4">
                  <p:embed/>
                  <p:pic>
                    <p:nvPicPr>
                      <p:cNvPr id="5" name="Object 4">
                        <a:extLst>
                          <a:ext uri="{FF2B5EF4-FFF2-40B4-BE49-F238E27FC236}">
                            <a16:creationId xmlns:a16="http://schemas.microsoft.com/office/drawing/2014/main" id="{82DC6B4A-2574-4FD8-84C8-9CAD93FBA0CB}"/>
                          </a:ext>
                        </a:extLst>
                      </p:cNvPr>
                      <p:cNvPicPr/>
                      <p:nvPr/>
                    </p:nvPicPr>
                    <p:blipFill>
                      <a:blip r:embed="rId5"/>
                      <a:stretch>
                        <a:fillRect/>
                      </a:stretch>
                    </p:blipFill>
                    <p:spPr>
                      <a:xfrm>
                        <a:off x="1277938" y="1995197"/>
                        <a:ext cx="4610100" cy="6985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5B1BBD2-4A8E-462D-AAB7-B9A95753C53B}"/>
              </a:ext>
            </a:extLst>
          </p:cNvPr>
          <p:cNvGraphicFramePr>
            <a:graphicFrameLocks noChangeAspect="1"/>
          </p:cNvGraphicFramePr>
          <p:nvPr>
            <p:extLst>
              <p:ext uri="{D42A27DB-BD31-4B8C-83A1-F6EECF244321}">
                <p14:modId xmlns:p14="http://schemas.microsoft.com/office/powerpoint/2010/main" val="1560443717"/>
              </p:ext>
            </p:extLst>
          </p:nvPr>
        </p:nvGraphicFramePr>
        <p:xfrm>
          <a:off x="1277938" y="2971805"/>
          <a:ext cx="4267200" cy="736600"/>
        </p:xfrm>
        <a:graphic>
          <a:graphicData uri="http://schemas.openxmlformats.org/presentationml/2006/ole">
            <mc:AlternateContent xmlns:mc="http://schemas.openxmlformats.org/markup-compatibility/2006">
              <mc:Choice xmlns:v="urn:schemas-microsoft-com:vml" Requires="v">
                <p:oleObj name="Equation" r:id="rId6" imgW="4267080" imgH="736560" progId="Equation.DSMT4">
                  <p:embed/>
                </p:oleObj>
              </mc:Choice>
              <mc:Fallback>
                <p:oleObj name="Equation" r:id="rId6" imgW="4267080" imgH="736560" progId="Equation.DSMT4">
                  <p:embed/>
                  <p:pic>
                    <p:nvPicPr>
                      <p:cNvPr id="6" name="Object 5">
                        <a:extLst>
                          <a:ext uri="{FF2B5EF4-FFF2-40B4-BE49-F238E27FC236}">
                            <a16:creationId xmlns:a16="http://schemas.microsoft.com/office/drawing/2014/main" id="{C5B1BBD2-4A8E-462D-AAB7-B9A95753C53B}"/>
                          </a:ext>
                        </a:extLst>
                      </p:cNvPr>
                      <p:cNvPicPr/>
                      <p:nvPr/>
                    </p:nvPicPr>
                    <p:blipFill>
                      <a:blip r:embed="rId7"/>
                      <a:stretch>
                        <a:fillRect/>
                      </a:stretch>
                    </p:blipFill>
                    <p:spPr>
                      <a:xfrm>
                        <a:off x="1277938" y="2971805"/>
                        <a:ext cx="4267200" cy="7366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4A28BB05-D627-4908-9C0B-F3E2BC0695A6}"/>
              </a:ext>
            </a:extLst>
          </p:cNvPr>
          <p:cNvGraphicFramePr>
            <a:graphicFrameLocks noChangeAspect="1"/>
          </p:cNvGraphicFramePr>
          <p:nvPr>
            <p:extLst>
              <p:ext uri="{D42A27DB-BD31-4B8C-83A1-F6EECF244321}">
                <p14:modId xmlns:p14="http://schemas.microsoft.com/office/powerpoint/2010/main" val="3783068168"/>
              </p:ext>
            </p:extLst>
          </p:nvPr>
        </p:nvGraphicFramePr>
        <p:xfrm>
          <a:off x="1277938" y="4068763"/>
          <a:ext cx="5384800" cy="685800"/>
        </p:xfrm>
        <a:graphic>
          <a:graphicData uri="http://schemas.openxmlformats.org/presentationml/2006/ole">
            <mc:AlternateContent xmlns:mc="http://schemas.openxmlformats.org/markup-compatibility/2006">
              <mc:Choice xmlns:v="urn:schemas-microsoft-com:vml" Requires="v">
                <p:oleObj name="Equation" r:id="rId8" imgW="5384520" imgH="685800" progId="Equation.DSMT4">
                  <p:embed/>
                </p:oleObj>
              </mc:Choice>
              <mc:Fallback>
                <p:oleObj name="Equation" r:id="rId8" imgW="5384520" imgH="685800" progId="Equation.DSMT4">
                  <p:embed/>
                  <p:pic>
                    <p:nvPicPr>
                      <p:cNvPr id="7" name="Object 6">
                        <a:extLst>
                          <a:ext uri="{FF2B5EF4-FFF2-40B4-BE49-F238E27FC236}">
                            <a16:creationId xmlns:a16="http://schemas.microsoft.com/office/drawing/2014/main" id="{4A28BB05-D627-4908-9C0B-F3E2BC0695A6}"/>
                          </a:ext>
                        </a:extLst>
                      </p:cNvPr>
                      <p:cNvPicPr/>
                      <p:nvPr/>
                    </p:nvPicPr>
                    <p:blipFill>
                      <a:blip r:embed="rId9"/>
                      <a:stretch>
                        <a:fillRect/>
                      </a:stretch>
                    </p:blipFill>
                    <p:spPr>
                      <a:xfrm>
                        <a:off x="1277938" y="4068763"/>
                        <a:ext cx="5384800" cy="6858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8975C1B-62E0-42B3-A5CE-6AE4E5FCBFFC}"/>
              </a:ext>
            </a:extLst>
          </p:cNvPr>
          <p:cNvGraphicFramePr>
            <a:graphicFrameLocks noChangeAspect="1"/>
          </p:cNvGraphicFramePr>
          <p:nvPr>
            <p:extLst>
              <p:ext uri="{D42A27DB-BD31-4B8C-83A1-F6EECF244321}">
                <p14:modId xmlns:p14="http://schemas.microsoft.com/office/powerpoint/2010/main" val="365900835"/>
              </p:ext>
            </p:extLst>
          </p:nvPr>
        </p:nvGraphicFramePr>
        <p:xfrm>
          <a:off x="1277938" y="5257800"/>
          <a:ext cx="3924300" cy="685800"/>
        </p:xfrm>
        <a:graphic>
          <a:graphicData uri="http://schemas.openxmlformats.org/presentationml/2006/ole">
            <mc:AlternateContent xmlns:mc="http://schemas.openxmlformats.org/markup-compatibility/2006">
              <mc:Choice xmlns:v="urn:schemas-microsoft-com:vml" Requires="v">
                <p:oleObj name="Equation" r:id="rId10" imgW="3924000" imgH="685800" progId="Equation.DSMT4">
                  <p:embed/>
                </p:oleObj>
              </mc:Choice>
              <mc:Fallback>
                <p:oleObj name="Equation" r:id="rId10" imgW="3924000" imgH="685800" progId="Equation.DSMT4">
                  <p:embed/>
                  <p:pic>
                    <p:nvPicPr>
                      <p:cNvPr id="8" name="Object 7">
                        <a:extLst>
                          <a:ext uri="{FF2B5EF4-FFF2-40B4-BE49-F238E27FC236}">
                            <a16:creationId xmlns:a16="http://schemas.microsoft.com/office/drawing/2014/main" id="{C8975C1B-62E0-42B3-A5CE-6AE4E5FCBFFC}"/>
                          </a:ext>
                        </a:extLst>
                      </p:cNvPr>
                      <p:cNvPicPr/>
                      <p:nvPr/>
                    </p:nvPicPr>
                    <p:blipFill>
                      <a:blip r:embed="rId11"/>
                      <a:stretch>
                        <a:fillRect/>
                      </a:stretch>
                    </p:blipFill>
                    <p:spPr>
                      <a:xfrm>
                        <a:off x="1277938" y="5257800"/>
                        <a:ext cx="3924300" cy="685800"/>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B3DF8F51-FD4A-4487-8874-B91298D14D87}"/>
              </a:ext>
            </a:extLst>
          </p:cNvPr>
          <p:cNvSpPr txBox="1"/>
          <p:nvPr/>
        </p:nvSpPr>
        <p:spPr>
          <a:xfrm>
            <a:off x="4084342" y="151969"/>
            <a:ext cx="3339312" cy="461665"/>
          </a:xfrm>
          <a:prstGeom prst="rect">
            <a:avLst/>
          </a:prstGeom>
          <a:noFill/>
        </p:spPr>
        <p:txBody>
          <a:bodyPr wrap="none" rtlCol="0">
            <a:spAutoFit/>
          </a:bodyPr>
          <a:lstStyle/>
          <a:p>
            <a:r>
              <a:rPr lang="en-US" sz="2400" b="1" dirty="0"/>
              <a:t>Number of Contours Cue</a:t>
            </a:r>
          </a:p>
        </p:txBody>
      </p:sp>
      <p:sp>
        <p:nvSpPr>
          <p:cNvPr id="10" name="TextBox 9">
            <a:extLst>
              <a:ext uri="{FF2B5EF4-FFF2-40B4-BE49-F238E27FC236}">
                <a16:creationId xmlns:a16="http://schemas.microsoft.com/office/drawing/2014/main" id="{7E544D6C-33AA-45E6-9511-55A61F5C79D7}"/>
              </a:ext>
            </a:extLst>
          </p:cNvPr>
          <p:cNvSpPr txBox="1"/>
          <p:nvPr/>
        </p:nvSpPr>
        <p:spPr>
          <a:xfrm>
            <a:off x="7650463" y="5416034"/>
            <a:ext cx="1757019" cy="369332"/>
          </a:xfrm>
          <a:prstGeom prst="rect">
            <a:avLst/>
          </a:prstGeom>
          <a:noFill/>
        </p:spPr>
        <p:txBody>
          <a:bodyPr wrap="none" rtlCol="0">
            <a:spAutoFit/>
          </a:bodyPr>
          <a:lstStyle/>
          <a:p>
            <a:r>
              <a:rPr lang="en-US" dirty="0"/>
              <a:t>decision variable</a:t>
            </a:r>
          </a:p>
        </p:txBody>
      </p:sp>
      <p:sp>
        <p:nvSpPr>
          <p:cNvPr id="11" name="TextBox 10">
            <a:extLst>
              <a:ext uri="{FF2B5EF4-FFF2-40B4-BE49-F238E27FC236}">
                <a16:creationId xmlns:a16="http://schemas.microsoft.com/office/drawing/2014/main" id="{AB4856E4-BD02-4305-84DF-CF0ED4D39452}"/>
              </a:ext>
            </a:extLst>
          </p:cNvPr>
          <p:cNvSpPr txBox="1"/>
          <p:nvPr/>
        </p:nvSpPr>
        <p:spPr>
          <a:xfrm>
            <a:off x="7467585" y="2148854"/>
            <a:ext cx="2741391" cy="369332"/>
          </a:xfrm>
          <a:prstGeom prst="rect">
            <a:avLst/>
          </a:prstGeom>
          <a:noFill/>
        </p:spPr>
        <p:txBody>
          <a:bodyPr wrap="none" rtlCol="0">
            <a:spAutoFit/>
          </a:bodyPr>
          <a:lstStyle/>
          <a:p>
            <a:r>
              <a:rPr lang="en-US" dirty="0"/>
              <a:t>assume Poisson distributed</a:t>
            </a:r>
          </a:p>
        </p:txBody>
      </p:sp>
      <p:graphicFrame>
        <p:nvGraphicFramePr>
          <p:cNvPr id="12" name="Object 11">
            <a:extLst>
              <a:ext uri="{FF2B5EF4-FFF2-40B4-BE49-F238E27FC236}">
                <a16:creationId xmlns:a16="http://schemas.microsoft.com/office/drawing/2014/main" id="{C5D6EA30-7215-4F8D-A675-ED0647AF199F}"/>
              </a:ext>
            </a:extLst>
          </p:cNvPr>
          <p:cNvGraphicFramePr>
            <a:graphicFrameLocks noChangeAspect="1"/>
          </p:cNvGraphicFramePr>
          <p:nvPr>
            <p:extLst>
              <p:ext uri="{D42A27DB-BD31-4B8C-83A1-F6EECF244321}">
                <p14:modId xmlns:p14="http://schemas.microsoft.com/office/powerpoint/2010/main" val="1812486849"/>
              </p:ext>
            </p:extLst>
          </p:nvPr>
        </p:nvGraphicFramePr>
        <p:xfrm>
          <a:off x="6191754" y="3072614"/>
          <a:ext cx="1231900" cy="571500"/>
        </p:xfrm>
        <a:graphic>
          <a:graphicData uri="http://schemas.openxmlformats.org/presentationml/2006/ole">
            <mc:AlternateContent xmlns:mc="http://schemas.openxmlformats.org/markup-compatibility/2006">
              <mc:Choice xmlns:v="urn:schemas-microsoft-com:vml" Requires="v">
                <p:oleObj name="Equation" r:id="rId12" imgW="1231560" imgH="571320" progId="Equation.DSMT4">
                  <p:embed/>
                </p:oleObj>
              </mc:Choice>
              <mc:Fallback>
                <p:oleObj name="Equation" r:id="rId12" imgW="1231560" imgH="571320" progId="Equation.DSMT4">
                  <p:embed/>
                  <p:pic>
                    <p:nvPicPr>
                      <p:cNvPr id="12" name="Object 11">
                        <a:extLst>
                          <a:ext uri="{FF2B5EF4-FFF2-40B4-BE49-F238E27FC236}">
                            <a16:creationId xmlns:a16="http://schemas.microsoft.com/office/drawing/2014/main" id="{C5D6EA30-7215-4F8D-A675-ED0647AF199F}"/>
                          </a:ext>
                        </a:extLst>
                      </p:cNvPr>
                      <p:cNvPicPr/>
                      <p:nvPr/>
                    </p:nvPicPr>
                    <p:blipFill>
                      <a:blip r:embed="rId13"/>
                      <a:stretch>
                        <a:fillRect/>
                      </a:stretch>
                    </p:blipFill>
                    <p:spPr>
                      <a:xfrm>
                        <a:off x="6191754" y="3072614"/>
                        <a:ext cx="1231900" cy="571500"/>
                      </a:xfrm>
                      <a:prstGeom prst="rect">
                        <a:avLst/>
                      </a:prstGeom>
                    </p:spPr>
                  </p:pic>
                </p:oleObj>
              </mc:Fallback>
            </mc:AlternateContent>
          </a:graphicData>
        </a:graphic>
      </p:graphicFrame>
    </p:spTree>
    <p:extLst>
      <p:ext uri="{BB962C8B-B14F-4D97-AF65-F5344CB8AC3E}">
        <p14:creationId xmlns:p14="http://schemas.microsoft.com/office/powerpoint/2010/main" val="2090922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928714ED-2F7A-42CF-A00C-9367A18C2A65}"/>
              </a:ext>
            </a:extLst>
          </p:cNvPr>
          <p:cNvGraphicFramePr>
            <a:graphicFrameLocks noChangeAspect="1"/>
          </p:cNvGraphicFramePr>
          <p:nvPr>
            <p:extLst>
              <p:ext uri="{D42A27DB-BD31-4B8C-83A1-F6EECF244321}">
                <p14:modId xmlns:p14="http://schemas.microsoft.com/office/powerpoint/2010/main" val="274481095"/>
              </p:ext>
            </p:extLst>
          </p:nvPr>
        </p:nvGraphicFramePr>
        <p:xfrm>
          <a:off x="1066855" y="1195092"/>
          <a:ext cx="2781300" cy="876300"/>
        </p:xfrm>
        <a:graphic>
          <a:graphicData uri="http://schemas.openxmlformats.org/presentationml/2006/ole">
            <mc:AlternateContent xmlns:mc="http://schemas.openxmlformats.org/markup-compatibility/2006">
              <mc:Choice xmlns:v="urn:schemas-microsoft-com:vml" Requires="v">
                <p:oleObj name="Equation" r:id="rId2" imgW="2781000" imgH="876240" progId="Equation.DSMT4">
                  <p:embed/>
                </p:oleObj>
              </mc:Choice>
              <mc:Fallback>
                <p:oleObj name="Equation" r:id="rId2" imgW="2781000" imgH="876240" progId="Equation.DSMT4">
                  <p:embed/>
                  <p:pic>
                    <p:nvPicPr>
                      <p:cNvPr id="4" name="Object 3">
                        <a:extLst>
                          <a:ext uri="{FF2B5EF4-FFF2-40B4-BE49-F238E27FC236}">
                            <a16:creationId xmlns:a16="http://schemas.microsoft.com/office/drawing/2014/main" id="{928714ED-2F7A-42CF-A00C-9367A18C2A65}"/>
                          </a:ext>
                        </a:extLst>
                      </p:cNvPr>
                      <p:cNvPicPr/>
                      <p:nvPr/>
                    </p:nvPicPr>
                    <p:blipFill>
                      <a:blip r:embed="rId3"/>
                      <a:stretch>
                        <a:fillRect/>
                      </a:stretch>
                    </p:blipFill>
                    <p:spPr>
                      <a:xfrm>
                        <a:off x="1066855" y="1195092"/>
                        <a:ext cx="2781300" cy="8763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D50086B-F343-46D2-BFC1-57B09075DFB4}"/>
              </a:ext>
            </a:extLst>
          </p:cNvPr>
          <p:cNvGraphicFramePr>
            <a:graphicFrameLocks noChangeAspect="1"/>
          </p:cNvGraphicFramePr>
          <p:nvPr>
            <p:extLst>
              <p:ext uri="{D42A27DB-BD31-4B8C-83A1-F6EECF244321}">
                <p14:modId xmlns:p14="http://schemas.microsoft.com/office/powerpoint/2010/main" val="1002417276"/>
              </p:ext>
            </p:extLst>
          </p:nvPr>
        </p:nvGraphicFramePr>
        <p:xfrm>
          <a:off x="975416" y="2250444"/>
          <a:ext cx="6845300" cy="977900"/>
        </p:xfrm>
        <a:graphic>
          <a:graphicData uri="http://schemas.openxmlformats.org/presentationml/2006/ole">
            <mc:AlternateContent xmlns:mc="http://schemas.openxmlformats.org/markup-compatibility/2006">
              <mc:Choice xmlns:v="urn:schemas-microsoft-com:vml" Requires="v">
                <p:oleObj name="Equation" r:id="rId4" imgW="6845040" imgH="977760" progId="Equation.DSMT4">
                  <p:embed/>
                </p:oleObj>
              </mc:Choice>
              <mc:Fallback>
                <p:oleObj name="Equation" r:id="rId4" imgW="6845040" imgH="977760" progId="Equation.DSMT4">
                  <p:embed/>
                  <p:pic>
                    <p:nvPicPr>
                      <p:cNvPr id="7" name="Object 6">
                        <a:extLst>
                          <a:ext uri="{FF2B5EF4-FFF2-40B4-BE49-F238E27FC236}">
                            <a16:creationId xmlns:a16="http://schemas.microsoft.com/office/drawing/2014/main" id="{DD50086B-F343-46D2-BFC1-57B09075DFB4}"/>
                          </a:ext>
                        </a:extLst>
                      </p:cNvPr>
                      <p:cNvPicPr/>
                      <p:nvPr/>
                    </p:nvPicPr>
                    <p:blipFill>
                      <a:blip r:embed="rId5"/>
                      <a:stretch>
                        <a:fillRect/>
                      </a:stretch>
                    </p:blipFill>
                    <p:spPr>
                      <a:xfrm>
                        <a:off x="975416" y="2250444"/>
                        <a:ext cx="6845300" cy="9779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2F9DB74B-DA2B-4CD3-94AD-81829EA2BA52}"/>
              </a:ext>
            </a:extLst>
          </p:cNvPr>
          <p:cNvGraphicFramePr>
            <a:graphicFrameLocks noChangeAspect="1"/>
          </p:cNvGraphicFramePr>
          <p:nvPr>
            <p:extLst>
              <p:ext uri="{D42A27DB-BD31-4B8C-83A1-F6EECF244321}">
                <p14:modId xmlns:p14="http://schemas.microsoft.com/office/powerpoint/2010/main" val="1860492034"/>
              </p:ext>
            </p:extLst>
          </p:nvPr>
        </p:nvGraphicFramePr>
        <p:xfrm>
          <a:off x="975416" y="3586449"/>
          <a:ext cx="7048500" cy="977900"/>
        </p:xfrm>
        <a:graphic>
          <a:graphicData uri="http://schemas.openxmlformats.org/presentationml/2006/ole">
            <mc:AlternateContent xmlns:mc="http://schemas.openxmlformats.org/markup-compatibility/2006">
              <mc:Choice xmlns:v="urn:schemas-microsoft-com:vml" Requires="v">
                <p:oleObj name="Equation" r:id="rId6" imgW="7048440" imgH="977760" progId="Equation.DSMT4">
                  <p:embed/>
                </p:oleObj>
              </mc:Choice>
              <mc:Fallback>
                <p:oleObj name="Equation" r:id="rId6" imgW="7048440" imgH="977760" progId="Equation.DSMT4">
                  <p:embed/>
                  <p:pic>
                    <p:nvPicPr>
                      <p:cNvPr id="8" name="Object 7">
                        <a:extLst>
                          <a:ext uri="{FF2B5EF4-FFF2-40B4-BE49-F238E27FC236}">
                            <a16:creationId xmlns:a16="http://schemas.microsoft.com/office/drawing/2014/main" id="{2F9DB74B-DA2B-4CD3-94AD-81829EA2BA52}"/>
                          </a:ext>
                        </a:extLst>
                      </p:cNvPr>
                      <p:cNvPicPr/>
                      <p:nvPr/>
                    </p:nvPicPr>
                    <p:blipFill>
                      <a:blip r:embed="rId7"/>
                      <a:stretch>
                        <a:fillRect/>
                      </a:stretch>
                    </p:blipFill>
                    <p:spPr>
                      <a:xfrm>
                        <a:off x="975416" y="3586449"/>
                        <a:ext cx="7048500" cy="977900"/>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38FD76B7-103F-4F76-B998-F020CADBC237}"/>
              </a:ext>
            </a:extLst>
          </p:cNvPr>
          <p:cNvSpPr txBox="1"/>
          <p:nvPr/>
        </p:nvSpPr>
        <p:spPr>
          <a:xfrm>
            <a:off x="2842786" y="320074"/>
            <a:ext cx="5445978" cy="461665"/>
          </a:xfrm>
          <a:prstGeom prst="rect">
            <a:avLst/>
          </a:prstGeom>
          <a:noFill/>
        </p:spPr>
        <p:txBody>
          <a:bodyPr wrap="none" rtlCol="0">
            <a:spAutoFit/>
          </a:bodyPr>
          <a:lstStyle/>
          <a:p>
            <a:r>
              <a:rPr lang="en-US" sz="2400" b="1" dirty="0"/>
              <a:t>Contour Length Cue (normal assumption)</a:t>
            </a:r>
          </a:p>
        </p:txBody>
      </p:sp>
      <p:graphicFrame>
        <p:nvGraphicFramePr>
          <p:cNvPr id="10" name="Object 9">
            <a:extLst>
              <a:ext uri="{FF2B5EF4-FFF2-40B4-BE49-F238E27FC236}">
                <a16:creationId xmlns:a16="http://schemas.microsoft.com/office/drawing/2014/main" id="{FAD88419-0EFB-464D-8591-30812EE00C6C}"/>
              </a:ext>
            </a:extLst>
          </p:cNvPr>
          <p:cNvGraphicFramePr>
            <a:graphicFrameLocks noChangeAspect="1"/>
          </p:cNvGraphicFramePr>
          <p:nvPr>
            <p:extLst>
              <p:ext uri="{D42A27DB-BD31-4B8C-83A1-F6EECF244321}">
                <p14:modId xmlns:p14="http://schemas.microsoft.com/office/powerpoint/2010/main" val="968751988"/>
              </p:ext>
            </p:extLst>
          </p:nvPr>
        </p:nvGraphicFramePr>
        <p:xfrm>
          <a:off x="930275" y="5176838"/>
          <a:ext cx="9271000" cy="812800"/>
        </p:xfrm>
        <a:graphic>
          <a:graphicData uri="http://schemas.openxmlformats.org/presentationml/2006/ole">
            <mc:AlternateContent xmlns:mc="http://schemas.openxmlformats.org/markup-compatibility/2006">
              <mc:Choice xmlns:v="urn:schemas-microsoft-com:vml" Requires="v">
                <p:oleObj name="Equation" r:id="rId8" imgW="9270720" imgH="812520" progId="Equation.DSMT4">
                  <p:embed/>
                </p:oleObj>
              </mc:Choice>
              <mc:Fallback>
                <p:oleObj name="Equation" r:id="rId8" imgW="9270720" imgH="812520" progId="Equation.DSMT4">
                  <p:embed/>
                  <p:pic>
                    <p:nvPicPr>
                      <p:cNvPr id="10" name="Object 9">
                        <a:extLst>
                          <a:ext uri="{FF2B5EF4-FFF2-40B4-BE49-F238E27FC236}">
                            <a16:creationId xmlns:a16="http://schemas.microsoft.com/office/drawing/2014/main" id="{FAD88419-0EFB-464D-8591-30812EE00C6C}"/>
                          </a:ext>
                        </a:extLst>
                      </p:cNvPr>
                      <p:cNvPicPr/>
                      <p:nvPr/>
                    </p:nvPicPr>
                    <p:blipFill>
                      <a:blip r:embed="rId9"/>
                      <a:stretch>
                        <a:fillRect/>
                      </a:stretch>
                    </p:blipFill>
                    <p:spPr>
                      <a:xfrm>
                        <a:off x="930275" y="5176838"/>
                        <a:ext cx="9271000" cy="812800"/>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26F0AA7D-8236-47F9-B7AE-875773C1D8A8}"/>
              </a:ext>
            </a:extLst>
          </p:cNvPr>
          <p:cNvSpPr txBox="1"/>
          <p:nvPr/>
        </p:nvSpPr>
        <p:spPr>
          <a:xfrm>
            <a:off x="10302194" y="5398572"/>
            <a:ext cx="1757019" cy="369332"/>
          </a:xfrm>
          <a:prstGeom prst="rect">
            <a:avLst/>
          </a:prstGeom>
          <a:noFill/>
        </p:spPr>
        <p:txBody>
          <a:bodyPr wrap="none" rtlCol="0">
            <a:spAutoFit/>
          </a:bodyPr>
          <a:lstStyle/>
          <a:p>
            <a:r>
              <a:rPr lang="en-US" dirty="0"/>
              <a:t>decision variable</a:t>
            </a:r>
          </a:p>
        </p:txBody>
      </p:sp>
      <p:graphicFrame>
        <p:nvGraphicFramePr>
          <p:cNvPr id="12" name="Object 11">
            <a:extLst>
              <a:ext uri="{FF2B5EF4-FFF2-40B4-BE49-F238E27FC236}">
                <a16:creationId xmlns:a16="http://schemas.microsoft.com/office/drawing/2014/main" id="{11967574-0BE7-46EB-A631-E8CD78E8779B}"/>
              </a:ext>
            </a:extLst>
          </p:cNvPr>
          <p:cNvGraphicFramePr>
            <a:graphicFrameLocks noChangeAspect="1"/>
          </p:cNvGraphicFramePr>
          <p:nvPr>
            <p:extLst>
              <p:ext uri="{D42A27DB-BD31-4B8C-83A1-F6EECF244321}">
                <p14:modId xmlns:p14="http://schemas.microsoft.com/office/powerpoint/2010/main" val="2108647514"/>
              </p:ext>
            </p:extLst>
          </p:nvPr>
        </p:nvGraphicFramePr>
        <p:xfrm>
          <a:off x="4395897" y="1326610"/>
          <a:ext cx="1676400" cy="419100"/>
        </p:xfrm>
        <a:graphic>
          <a:graphicData uri="http://schemas.openxmlformats.org/presentationml/2006/ole">
            <mc:AlternateContent xmlns:mc="http://schemas.openxmlformats.org/markup-compatibility/2006">
              <mc:Choice xmlns:v="urn:schemas-microsoft-com:vml" Requires="v">
                <p:oleObj name="Equation" r:id="rId10" imgW="1676160" imgH="419040" progId="Equation.DSMT4">
                  <p:embed/>
                </p:oleObj>
              </mc:Choice>
              <mc:Fallback>
                <p:oleObj name="Equation" r:id="rId10" imgW="1676160" imgH="419040" progId="Equation.DSMT4">
                  <p:embed/>
                  <p:pic>
                    <p:nvPicPr>
                      <p:cNvPr id="12" name="Object 11">
                        <a:extLst>
                          <a:ext uri="{FF2B5EF4-FFF2-40B4-BE49-F238E27FC236}">
                            <a16:creationId xmlns:a16="http://schemas.microsoft.com/office/drawing/2014/main" id="{11967574-0BE7-46EB-A631-E8CD78E8779B}"/>
                          </a:ext>
                        </a:extLst>
                      </p:cNvPr>
                      <p:cNvPicPr/>
                      <p:nvPr/>
                    </p:nvPicPr>
                    <p:blipFill>
                      <a:blip r:embed="rId11"/>
                      <a:stretch>
                        <a:fillRect/>
                      </a:stretch>
                    </p:blipFill>
                    <p:spPr>
                      <a:xfrm>
                        <a:off x="4395897" y="1326610"/>
                        <a:ext cx="1676400" cy="4191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7F3EC240-C6A3-4090-A2A2-DF8BCAEFD74E}"/>
              </a:ext>
            </a:extLst>
          </p:cNvPr>
          <p:cNvGraphicFramePr>
            <a:graphicFrameLocks noChangeAspect="1"/>
          </p:cNvGraphicFramePr>
          <p:nvPr>
            <p:extLst>
              <p:ext uri="{D42A27DB-BD31-4B8C-83A1-F6EECF244321}">
                <p14:modId xmlns:p14="http://schemas.microsoft.com/office/powerpoint/2010/main" val="944618901"/>
              </p:ext>
            </p:extLst>
          </p:nvPr>
        </p:nvGraphicFramePr>
        <p:xfrm>
          <a:off x="6473825" y="1330325"/>
          <a:ext cx="1651000" cy="419100"/>
        </p:xfrm>
        <a:graphic>
          <a:graphicData uri="http://schemas.openxmlformats.org/presentationml/2006/ole">
            <mc:AlternateContent xmlns:mc="http://schemas.openxmlformats.org/markup-compatibility/2006">
              <mc:Choice xmlns:v="urn:schemas-microsoft-com:vml" Requires="v">
                <p:oleObj name="Equation" r:id="rId12" imgW="1650960" imgH="419040" progId="Equation.DSMT4">
                  <p:embed/>
                </p:oleObj>
              </mc:Choice>
              <mc:Fallback>
                <p:oleObj name="Equation" r:id="rId12" imgW="1650960" imgH="419040" progId="Equation.DSMT4">
                  <p:embed/>
                  <p:pic>
                    <p:nvPicPr>
                      <p:cNvPr id="13" name="Object 12">
                        <a:extLst>
                          <a:ext uri="{FF2B5EF4-FFF2-40B4-BE49-F238E27FC236}">
                            <a16:creationId xmlns:a16="http://schemas.microsoft.com/office/drawing/2014/main" id="{7F3EC240-C6A3-4090-A2A2-DF8BCAEFD74E}"/>
                          </a:ext>
                        </a:extLst>
                      </p:cNvPr>
                      <p:cNvPicPr/>
                      <p:nvPr/>
                    </p:nvPicPr>
                    <p:blipFill>
                      <a:blip r:embed="rId13"/>
                      <a:stretch>
                        <a:fillRect/>
                      </a:stretch>
                    </p:blipFill>
                    <p:spPr>
                      <a:xfrm>
                        <a:off x="6473825" y="1330325"/>
                        <a:ext cx="1651000" cy="419100"/>
                      </a:xfrm>
                      <a:prstGeom prst="rect">
                        <a:avLst/>
                      </a:prstGeom>
                    </p:spPr>
                  </p:pic>
                </p:oleObj>
              </mc:Fallback>
            </mc:AlternateContent>
          </a:graphicData>
        </a:graphic>
      </p:graphicFrame>
    </p:spTree>
    <p:extLst>
      <p:ext uri="{BB962C8B-B14F-4D97-AF65-F5344CB8AC3E}">
        <p14:creationId xmlns:p14="http://schemas.microsoft.com/office/powerpoint/2010/main" val="4038897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928714ED-2F7A-42CF-A00C-9367A18C2A65}"/>
              </a:ext>
            </a:extLst>
          </p:cNvPr>
          <p:cNvGraphicFramePr>
            <a:graphicFrameLocks noChangeAspect="1"/>
          </p:cNvGraphicFramePr>
          <p:nvPr>
            <p:extLst>
              <p:ext uri="{D42A27DB-BD31-4B8C-83A1-F6EECF244321}">
                <p14:modId xmlns:p14="http://schemas.microsoft.com/office/powerpoint/2010/main" val="2016049923"/>
              </p:ext>
            </p:extLst>
          </p:nvPr>
        </p:nvGraphicFramePr>
        <p:xfrm>
          <a:off x="975416" y="960147"/>
          <a:ext cx="2781300" cy="876300"/>
        </p:xfrm>
        <a:graphic>
          <a:graphicData uri="http://schemas.openxmlformats.org/presentationml/2006/ole">
            <mc:AlternateContent xmlns:mc="http://schemas.openxmlformats.org/markup-compatibility/2006">
              <mc:Choice xmlns:v="urn:schemas-microsoft-com:vml" Requires="v">
                <p:oleObj name="Equation" r:id="rId2" imgW="2781000" imgH="876240" progId="Equation.DSMT4">
                  <p:embed/>
                </p:oleObj>
              </mc:Choice>
              <mc:Fallback>
                <p:oleObj name="Equation" r:id="rId2" imgW="2781000" imgH="876240" progId="Equation.DSMT4">
                  <p:embed/>
                  <p:pic>
                    <p:nvPicPr>
                      <p:cNvPr id="4" name="Object 3">
                        <a:extLst>
                          <a:ext uri="{FF2B5EF4-FFF2-40B4-BE49-F238E27FC236}">
                            <a16:creationId xmlns:a16="http://schemas.microsoft.com/office/drawing/2014/main" id="{928714ED-2F7A-42CF-A00C-9367A18C2A65}"/>
                          </a:ext>
                        </a:extLst>
                      </p:cNvPr>
                      <p:cNvPicPr/>
                      <p:nvPr/>
                    </p:nvPicPr>
                    <p:blipFill>
                      <a:blip r:embed="rId3"/>
                      <a:stretch>
                        <a:fillRect/>
                      </a:stretch>
                    </p:blipFill>
                    <p:spPr>
                      <a:xfrm>
                        <a:off x="975416" y="960147"/>
                        <a:ext cx="2781300" cy="8763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D50086B-F343-46D2-BFC1-57B09075DFB4}"/>
              </a:ext>
            </a:extLst>
          </p:cNvPr>
          <p:cNvGraphicFramePr>
            <a:graphicFrameLocks noChangeAspect="1"/>
          </p:cNvGraphicFramePr>
          <p:nvPr>
            <p:extLst>
              <p:ext uri="{D42A27DB-BD31-4B8C-83A1-F6EECF244321}">
                <p14:modId xmlns:p14="http://schemas.microsoft.com/office/powerpoint/2010/main" val="2498721532"/>
              </p:ext>
            </p:extLst>
          </p:nvPr>
        </p:nvGraphicFramePr>
        <p:xfrm>
          <a:off x="975416" y="1965976"/>
          <a:ext cx="4673600" cy="635000"/>
        </p:xfrm>
        <a:graphic>
          <a:graphicData uri="http://schemas.openxmlformats.org/presentationml/2006/ole">
            <mc:AlternateContent xmlns:mc="http://schemas.openxmlformats.org/markup-compatibility/2006">
              <mc:Choice xmlns:v="urn:schemas-microsoft-com:vml" Requires="v">
                <p:oleObj name="Equation" r:id="rId4" imgW="4673520" imgH="634680" progId="Equation.DSMT4">
                  <p:embed/>
                </p:oleObj>
              </mc:Choice>
              <mc:Fallback>
                <p:oleObj name="Equation" r:id="rId4" imgW="4673520" imgH="634680" progId="Equation.DSMT4">
                  <p:embed/>
                  <p:pic>
                    <p:nvPicPr>
                      <p:cNvPr id="7" name="Object 6">
                        <a:extLst>
                          <a:ext uri="{FF2B5EF4-FFF2-40B4-BE49-F238E27FC236}">
                            <a16:creationId xmlns:a16="http://schemas.microsoft.com/office/drawing/2014/main" id="{DD50086B-F343-46D2-BFC1-57B09075DFB4}"/>
                          </a:ext>
                        </a:extLst>
                      </p:cNvPr>
                      <p:cNvPicPr/>
                      <p:nvPr/>
                    </p:nvPicPr>
                    <p:blipFill>
                      <a:blip r:embed="rId5"/>
                      <a:stretch>
                        <a:fillRect/>
                      </a:stretch>
                    </p:blipFill>
                    <p:spPr>
                      <a:xfrm>
                        <a:off x="975416" y="1965976"/>
                        <a:ext cx="4673600" cy="6350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2F9DB74B-DA2B-4CD3-94AD-81829EA2BA52}"/>
              </a:ext>
            </a:extLst>
          </p:cNvPr>
          <p:cNvGraphicFramePr>
            <a:graphicFrameLocks noChangeAspect="1"/>
          </p:cNvGraphicFramePr>
          <p:nvPr>
            <p:extLst>
              <p:ext uri="{D42A27DB-BD31-4B8C-83A1-F6EECF244321}">
                <p14:modId xmlns:p14="http://schemas.microsoft.com/office/powerpoint/2010/main" val="2947022958"/>
              </p:ext>
            </p:extLst>
          </p:nvPr>
        </p:nvGraphicFramePr>
        <p:xfrm>
          <a:off x="975416" y="4604763"/>
          <a:ext cx="4381500" cy="635000"/>
        </p:xfrm>
        <a:graphic>
          <a:graphicData uri="http://schemas.openxmlformats.org/presentationml/2006/ole">
            <mc:AlternateContent xmlns:mc="http://schemas.openxmlformats.org/markup-compatibility/2006">
              <mc:Choice xmlns:v="urn:schemas-microsoft-com:vml" Requires="v">
                <p:oleObj name="Equation" r:id="rId6" imgW="4381200" imgH="634680" progId="Equation.DSMT4">
                  <p:embed/>
                </p:oleObj>
              </mc:Choice>
              <mc:Fallback>
                <p:oleObj name="Equation" r:id="rId6" imgW="4381200" imgH="634680" progId="Equation.DSMT4">
                  <p:embed/>
                  <p:pic>
                    <p:nvPicPr>
                      <p:cNvPr id="8" name="Object 7">
                        <a:extLst>
                          <a:ext uri="{FF2B5EF4-FFF2-40B4-BE49-F238E27FC236}">
                            <a16:creationId xmlns:a16="http://schemas.microsoft.com/office/drawing/2014/main" id="{2F9DB74B-DA2B-4CD3-94AD-81829EA2BA52}"/>
                          </a:ext>
                        </a:extLst>
                      </p:cNvPr>
                      <p:cNvPicPr/>
                      <p:nvPr/>
                    </p:nvPicPr>
                    <p:blipFill>
                      <a:blip r:embed="rId7"/>
                      <a:stretch>
                        <a:fillRect/>
                      </a:stretch>
                    </p:blipFill>
                    <p:spPr>
                      <a:xfrm>
                        <a:off x="975416" y="4604763"/>
                        <a:ext cx="4381500" cy="635000"/>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38FD76B7-103F-4F76-B998-F020CADBC237}"/>
              </a:ext>
            </a:extLst>
          </p:cNvPr>
          <p:cNvSpPr txBox="1"/>
          <p:nvPr/>
        </p:nvSpPr>
        <p:spPr>
          <a:xfrm>
            <a:off x="2712757" y="320074"/>
            <a:ext cx="6044219" cy="461665"/>
          </a:xfrm>
          <a:prstGeom prst="rect">
            <a:avLst/>
          </a:prstGeom>
          <a:noFill/>
        </p:spPr>
        <p:txBody>
          <a:bodyPr wrap="none" rtlCol="0">
            <a:spAutoFit/>
          </a:bodyPr>
          <a:lstStyle/>
          <a:p>
            <a:r>
              <a:rPr lang="en-US" sz="2400" b="1" dirty="0"/>
              <a:t>Contour Length Cue (exponential assumption)</a:t>
            </a:r>
          </a:p>
        </p:txBody>
      </p:sp>
      <p:graphicFrame>
        <p:nvGraphicFramePr>
          <p:cNvPr id="12" name="Object 11">
            <a:extLst>
              <a:ext uri="{FF2B5EF4-FFF2-40B4-BE49-F238E27FC236}">
                <a16:creationId xmlns:a16="http://schemas.microsoft.com/office/drawing/2014/main" id="{11967574-0BE7-46EB-A631-E8CD78E8779B}"/>
              </a:ext>
            </a:extLst>
          </p:cNvPr>
          <p:cNvGraphicFramePr>
            <a:graphicFrameLocks noChangeAspect="1"/>
          </p:cNvGraphicFramePr>
          <p:nvPr>
            <p:extLst>
              <p:ext uri="{D42A27DB-BD31-4B8C-83A1-F6EECF244321}">
                <p14:modId xmlns:p14="http://schemas.microsoft.com/office/powerpoint/2010/main" val="2374654277"/>
              </p:ext>
            </p:extLst>
          </p:nvPr>
        </p:nvGraphicFramePr>
        <p:xfrm>
          <a:off x="4395897" y="1091665"/>
          <a:ext cx="1676400" cy="419100"/>
        </p:xfrm>
        <a:graphic>
          <a:graphicData uri="http://schemas.openxmlformats.org/presentationml/2006/ole">
            <mc:AlternateContent xmlns:mc="http://schemas.openxmlformats.org/markup-compatibility/2006">
              <mc:Choice xmlns:v="urn:schemas-microsoft-com:vml" Requires="v">
                <p:oleObj name="Equation" r:id="rId8" imgW="1676160" imgH="419040" progId="Equation.DSMT4">
                  <p:embed/>
                </p:oleObj>
              </mc:Choice>
              <mc:Fallback>
                <p:oleObj name="Equation" r:id="rId8" imgW="1676160" imgH="419040" progId="Equation.DSMT4">
                  <p:embed/>
                  <p:pic>
                    <p:nvPicPr>
                      <p:cNvPr id="12" name="Object 11">
                        <a:extLst>
                          <a:ext uri="{FF2B5EF4-FFF2-40B4-BE49-F238E27FC236}">
                            <a16:creationId xmlns:a16="http://schemas.microsoft.com/office/drawing/2014/main" id="{11967574-0BE7-46EB-A631-E8CD78E8779B}"/>
                          </a:ext>
                        </a:extLst>
                      </p:cNvPr>
                      <p:cNvPicPr/>
                      <p:nvPr/>
                    </p:nvPicPr>
                    <p:blipFill>
                      <a:blip r:embed="rId9"/>
                      <a:stretch>
                        <a:fillRect/>
                      </a:stretch>
                    </p:blipFill>
                    <p:spPr>
                      <a:xfrm>
                        <a:off x="4395897" y="1091665"/>
                        <a:ext cx="1676400" cy="4191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7F3EC240-C6A3-4090-A2A2-DF8BCAEFD74E}"/>
              </a:ext>
            </a:extLst>
          </p:cNvPr>
          <p:cNvGraphicFramePr>
            <a:graphicFrameLocks noChangeAspect="1"/>
          </p:cNvGraphicFramePr>
          <p:nvPr>
            <p:extLst>
              <p:ext uri="{D42A27DB-BD31-4B8C-83A1-F6EECF244321}">
                <p14:modId xmlns:p14="http://schemas.microsoft.com/office/powerpoint/2010/main" val="4277819161"/>
              </p:ext>
            </p:extLst>
          </p:nvPr>
        </p:nvGraphicFramePr>
        <p:xfrm>
          <a:off x="6473825" y="1095380"/>
          <a:ext cx="1651000" cy="419100"/>
        </p:xfrm>
        <a:graphic>
          <a:graphicData uri="http://schemas.openxmlformats.org/presentationml/2006/ole">
            <mc:AlternateContent xmlns:mc="http://schemas.openxmlformats.org/markup-compatibility/2006">
              <mc:Choice xmlns:v="urn:schemas-microsoft-com:vml" Requires="v">
                <p:oleObj name="Equation" r:id="rId10" imgW="1650960" imgH="419040" progId="Equation.DSMT4">
                  <p:embed/>
                </p:oleObj>
              </mc:Choice>
              <mc:Fallback>
                <p:oleObj name="Equation" r:id="rId10" imgW="1650960" imgH="419040" progId="Equation.DSMT4">
                  <p:embed/>
                  <p:pic>
                    <p:nvPicPr>
                      <p:cNvPr id="13" name="Object 12">
                        <a:extLst>
                          <a:ext uri="{FF2B5EF4-FFF2-40B4-BE49-F238E27FC236}">
                            <a16:creationId xmlns:a16="http://schemas.microsoft.com/office/drawing/2014/main" id="{7F3EC240-C6A3-4090-A2A2-DF8BCAEFD74E}"/>
                          </a:ext>
                        </a:extLst>
                      </p:cNvPr>
                      <p:cNvPicPr/>
                      <p:nvPr/>
                    </p:nvPicPr>
                    <p:blipFill>
                      <a:blip r:embed="rId11"/>
                      <a:stretch>
                        <a:fillRect/>
                      </a:stretch>
                    </p:blipFill>
                    <p:spPr>
                      <a:xfrm>
                        <a:off x="6473825" y="1095380"/>
                        <a:ext cx="1651000" cy="4191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C1014203-4B7E-42D8-BBE8-F7E1B0C9CDC2}"/>
              </a:ext>
            </a:extLst>
          </p:cNvPr>
          <p:cNvGraphicFramePr>
            <a:graphicFrameLocks noChangeAspect="1"/>
          </p:cNvGraphicFramePr>
          <p:nvPr>
            <p:extLst>
              <p:ext uri="{D42A27DB-BD31-4B8C-83A1-F6EECF244321}">
                <p14:modId xmlns:p14="http://schemas.microsoft.com/office/powerpoint/2010/main" val="702116410"/>
              </p:ext>
            </p:extLst>
          </p:nvPr>
        </p:nvGraphicFramePr>
        <p:xfrm>
          <a:off x="975416" y="2765737"/>
          <a:ext cx="5029200" cy="635000"/>
        </p:xfrm>
        <a:graphic>
          <a:graphicData uri="http://schemas.openxmlformats.org/presentationml/2006/ole">
            <mc:AlternateContent xmlns:mc="http://schemas.openxmlformats.org/markup-compatibility/2006">
              <mc:Choice xmlns:v="urn:schemas-microsoft-com:vml" Requires="v">
                <p:oleObj name="Equation" r:id="rId12" imgW="5029200" imgH="634680" progId="Equation.DSMT4">
                  <p:embed/>
                </p:oleObj>
              </mc:Choice>
              <mc:Fallback>
                <p:oleObj name="Equation" r:id="rId12" imgW="5029200" imgH="634680" progId="Equation.DSMT4">
                  <p:embed/>
                  <p:pic>
                    <p:nvPicPr>
                      <p:cNvPr id="14" name="Object 13">
                        <a:extLst>
                          <a:ext uri="{FF2B5EF4-FFF2-40B4-BE49-F238E27FC236}">
                            <a16:creationId xmlns:a16="http://schemas.microsoft.com/office/drawing/2014/main" id="{C1014203-4B7E-42D8-BBE8-F7E1B0C9CDC2}"/>
                          </a:ext>
                        </a:extLst>
                      </p:cNvPr>
                      <p:cNvPicPr/>
                      <p:nvPr/>
                    </p:nvPicPr>
                    <p:blipFill>
                      <a:blip r:embed="rId13"/>
                      <a:stretch>
                        <a:fillRect/>
                      </a:stretch>
                    </p:blipFill>
                    <p:spPr>
                      <a:xfrm>
                        <a:off x="975416" y="2765737"/>
                        <a:ext cx="5029200" cy="6350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B6FF4D11-D4D2-41A0-955B-CD2314601CF8}"/>
              </a:ext>
            </a:extLst>
          </p:cNvPr>
          <p:cNvGraphicFramePr>
            <a:graphicFrameLocks noChangeAspect="1"/>
          </p:cNvGraphicFramePr>
          <p:nvPr>
            <p:extLst>
              <p:ext uri="{D42A27DB-BD31-4B8C-83A1-F6EECF244321}">
                <p14:modId xmlns:p14="http://schemas.microsoft.com/office/powerpoint/2010/main" val="86254631"/>
              </p:ext>
            </p:extLst>
          </p:nvPr>
        </p:nvGraphicFramePr>
        <p:xfrm>
          <a:off x="975416" y="3706140"/>
          <a:ext cx="6477000" cy="698500"/>
        </p:xfrm>
        <a:graphic>
          <a:graphicData uri="http://schemas.openxmlformats.org/presentationml/2006/ole">
            <mc:AlternateContent xmlns:mc="http://schemas.openxmlformats.org/markup-compatibility/2006">
              <mc:Choice xmlns:v="urn:schemas-microsoft-com:vml" Requires="v">
                <p:oleObj name="Equation" r:id="rId14" imgW="6476760" imgH="698400" progId="Equation.DSMT4">
                  <p:embed/>
                </p:oleObj>
              </mc:Choice>
              <mc:Fallback>
                <p:oleObj name="Equation" r:id="rId14" imgW="6476760" imgH="698400" progId="Equation.DSMT4">
                  <p:embed/>
                  <p:pic>
                    <p:nvPicPr>
                      <p:cNvPr id="15" name="Object 14">
                        <a:extLst>
                          <a:ext uri="{FF2B5EF4-FFF2-40B4-BE49-F238E27FC236}">
                            <a16:creationId xmlns:a16="http://schemas.microsoft.com/office/drawing/2014/main" id="{B6FF4D11-D4D2-41A0-955B-CD2314601CF8}"/>
                          </a:ext>
                        </a:extLst>
                      </p:cNvPr>
                      <p:cNvPicPr/>
                      <p:nvPr/>
                    </p:nvPicPr>
                    <p:blipFill>
                      <a:blip r:embed="rId15"/>
                      <a:stretch>
                        <a:fillRect/>
                      </a:stretch>
                    </p:blipFill>
                    <p:spPr>
                      <a:xfrm>
                        <a:off x="975416" y="3706140"/>
                        <a:ext cx="6477000" cy="6985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03AFC854-968B-4CAD-886E-5924593A04B2}"/>
              </a:ext>
            </a:extLst>
          </p:cNvPr>
          <p:cNvGraphicFramePr>
            <a:graphicFrameLocks noChangeAspect="1"/>
          </p:cNvGraphicFramePr>
          <p:nvPr>
            <p:extLst>
              <p:ext uri="{D42A27DB-BD31-4B8C-83A1-F6EECF244321}">
                <p14:modId xmlns:p14="http://schemas.microsoft.com/office/powerpoint/2010/main" val="3868568016"/>
              </p:ext>
            </p:extLst>
          </p:nvPr>
        </p:nvGraphicFramePr>
        <p:xfrm>
          <a:off x="975416" y="5492629"/>
          <a:ext cx="3149600" cy="419100"/>
        </p:xfrm>
        <a:graphic>
          <a:graphicData uri="http://schemas.openxmlformats.org/presentationml/2006/ole">
            <mc:AlternateContent xmlns:mc="http://schemas.openxmlformats.org/markup-compatibility/2006">
              <mc:Choice xmlns:v="urn:schemas-microsoft-com:vml" Requires="v">
                <p:oleObj name="Equation" r:id="rId16" imgW="3149280" imgH="419040" progId="Equation.DSMT4">
                  <p:embed/>
                </p:oleObj>
              </mc:Choice>
              <mc:Fallback>
                <p:oleObj name="Equation" r:id="rId16" imgW="3149280" imgH="419040" progId="Equation.DSMT4">
                  <p:embed/>
                  <p:pic>
                    <p:nvPicPr>
                      <p:cNvPr id="16" name="Object 15">
                        <a:extLst>
                          <a:ext uri="{FF2B5EF4-FFF2-40B4-BE49-F238E27FC236}">
                            <a16:creationId xmlns:a16="http://schemas.microsoft.com/office/drawing/2014/main" id="{03AFC854-968B-4CAD-886E-5924593A04B2}"/>
                          </a:ext>
                        </a:extLst>
                      </p:cNvPr>
                      <p:cNvPicPr/>
                      <p:nvPr/>
                    </p:nvPicPr>
                    <p:blipFill>
                      <a:blip r:embed="rId17"/>
                      <a:stretch>
                        <a:fillRect/>
                      </a:stretch>
                    </p:blipFill>
                    <p:spPr>
                      <a:xfrm>
                        <a:off x="975416" y="5492629"/>
                        <a:ext cx="3149600" cy="419100"/>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C656D17A-0D52-45C8-A194-48B094D843B2}"/>
              </a:ext>
            </a:extLst>
          </p:cNvPr>
          <p:cNvSpPr txBox="1"/>
          <p:nvPr/>
        </p:nvSpPr>
        <p:spPr>
          <a:xfrm>
            <a:off x="6943035" y="6140472"/>
            <a:ext cx="1757019" cy="369332"/>
          </a:xfrm>
          <a:prstGeom prst="rect">
            <a:avLst/>
          </a:prstGeom>
          <a:noFill/>
        </p:spPr>
        <p:txBody>
          <a:bodyPr wrap="none" rtlCol="0">
            <a:spAutoFit/>
          </a:bodyPr>
          <a:lstStyle/>
          <a:p>
            <a:r>
              <a:rPr lang="en-US" dirty="0"/>
              <a:t>decision variable</a:t>
            </a:r>
          </a:p>
        </p:txBody>
      </p:sp>
      <p:graphicFrame>
        <p:nvGraphicFramePr>
          <p:cNvPr id="17" name="Object 16">
            <a:extLst>
              <a:ext uri="{FF2B5EF4-FFF2-40B4-BE49-F238E27FC236}">
                <a16:creationId xmlns:a16="http://schemas.microsoft.com/office/drawing/2014/main" id="{81EF2CFB-C4A3-4CE5-AFBA-906CA92DD6AA}"/>
              </a:ext>
            </a:extLst>
          </p:cNvPr>
          <p:cNvGraphicFramePr>
            <a:graphicFrameLocks noChangeAspect="1"/>
          </p:cNvGraphicFramePr>
          <p:nvPr>
            <p:extLst>
              <p:ext uri="{D42A27DB-BD31-4B8C-83A1-F6EECF244321}">
                <p14:modId xmlns:p14="http://schemas.microsoft.com/office/powerpoint/2010/main" val="3194422826"/>
              </p:ext>
            </p:extLst>
          </p:nvPr>
        </p:nvGraphicFramePr>
        <p:xfrm>
          <a:off x="975416" y="5988588"/>
          <a:ext cx="5613400" cy="673100"/>
        </p:xfrm>
        <a:graphic>
          <a:graphicData uri="http://schemas.openxmlformats.org/presentationml/2006/ole">
            <mc:AlternateContent xmlns:mc="http://schemas.openxmlformats.org/markup-compatibility/2006">
              <mc:Choice xmlns:v="urn:schemas-microsoft-com:vml" Requires="v">
                <p:oleObj name="Equation" r:id="rId18" imgW="5613120" imgH="672840" progId="Equation.DSMT4">
                  <p:embed/>
                </p:oleObj>
              </mc:Choice>
              <mc:Fallback>
                <p:oleObj name="Equation" r:id="rId18" imgW="5613120" imgH="672840" progId="Equation.DSMT4">
                  <p:embed/>
                  <p:pic>
                    <p:nvPicPr>
                      <p:cNvPr id="17" name="Object 16">
                        <a:extLst>
                          <a:ext uri="{FF2B5EF4-FFF2-40B4-BE49-F238E27FC236}">
                            <a16:creationId xmlns:a16="http://schemas.microsoft.com/office/drawing/2014/main" id="{81EF2CFB-C4A3-4CE5-AFBA-906CA92DD6AA}"/>
                          </a:ext>
                        </a:extLst>
                      </p:cNvPr>
                      <p:cNvPicPr/>
                      <p:nvPr/>
                    </p:nvPicPr>
                    <p:blipFill>
                      <a:blip r:embed="rId19"/>
                      <a:stretch>
                        <a:fillRect/>
                      </a:stretch>
                    </p:blipFill>
                    <p:spPr>
                      <a:xfrm>
                        <a:off x="975416" y="5988588"/>
                        <a:ext cx="5613400" cy="673100"/>
                      </a:xfrm>
                      <a:prstGeom prst="rect">
                        <a:avLst/>
                      </a:prstGeom>
                    </p:spPr>
                  </p:pic>
                </p:oleObj>
              </mc:Fallback>
            </mc:AlternateContent>
          </a:graphicData>
        </a:graphic>
      </p:graphicFrame>
    </p:spTree>
    <p:extLst>
      <p:ext uri="{BB962C8B-B14F-4D97-AF65-F5344CB8AC3E}">
        <p14:creationId xmlns:p14="http://schemas.microsoft.com/office/powerpoint/2010/main" val="338755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CA14E0B-C5BF-404D-B9AE-435641CB7AA3}"/>
              </a:ext>
            </a:extLst>
          </p:cNvPr>
          <p:cNvPicPr>
            <a:picLocks noChangeAspect="1"/>
          </p:cNvPicPr>
          <p:nvPr/>
        </p:nvPicPr>
        <p:blipFill>
          <a:blip r:embed="rId2"/>
          <a:stretch>
            <a:fillRect/>
          </a:stretch>
        </p:blipFill>
        <p:spPr>
          <a:xfrm>
            <a:off x="1622514" y="2942656"/>
            <a:ext cx="1418856" cy="1187714"/>
          </a:xfrm>
          <a:prstGeom prst="rect">
            <a:avLst/>
          </a:prstGeom>
        </p:spPr>
      </p:pic>
      <p:pic>
        <p:nvPicPr>
          <p:cNvPr id="14" name="Picture 13">
            <a:extLst>
              <a:ext uri="{FF2B5EF4-FFF2-40B4-BE49-F238E27FC236}">
                <a16:creationId xmlns:a16="http://schemas.microsoft.com/office/drawing/2014/main" id="{9A0D914F-80EF-4167-8599-AA317B5F94E1}"/>
              </a:ext>
            </a:extLst>
          </p:cNvPr>
          <p:cNvPicPr>
            <a:picLocks noChangeAspect="1"/>
          </p:cNvPicPr>
          <p:nvPr/>
        </p:nvPicPr>
        <p:blipFill>
          <a:blip r:embed="rId3"/>
          <a:stretch>
            <a:fillRect/>
          </a:stretch>
        </p:blipFill>
        <p:spPr>
          <a:xfrm>
            <a:off x="3186424" y="2942657"/>
            <a:ext cx="1418856" cy="1196712"/>
          </a:xfrm>
          <a:prstGeom prst="rect">
            <a:avLst/>
          </a:prstGeom>
        </p:spPr>
      </p:pic>
      <p:pic>
        <p:nvPicPr>
          <p:cNvPr id="16" name="Picture 15">
            <a:extLst>
              <a:ext uri="{FF2B5EF4-FFF2-40B4-BE49-F238E27FC236}">
                <a16:creationId xmlns:a16="http://schemas.microsoft.com/office/drawing/2014/main" id="{2CA29B3D-90C6-47D6-88AD-480915E024EF}"/>
              </a:ext>
            </a:extLst>
          </p:cNvPr>
          <p:cNvPicPr>
            <a:picLocks noChangeAspect="1"/>
          </p:cNvPicPr>
          <p:nvPr/>
        </p:nvPicPr>
        <p:blipFill>
          <a:blip r:embed="rId4"/>
          <a:stretch>
            <a:fillRect/>
          </a:stretch>
        </p:blipFill>
        <p:spPr>
          <a:xfrm>
            <a:off x="4750334" y="2942656"/>
            <a:ext cx="1418856" cy="1188707"/>
          </a:xfrm>
          <a:prstGeom prst="rect">
            <a:avLst/>
          </a:prstGeom>
        </p:spPr>
      </p:pic>
      <p:pic>
        <p:nvPicPr>
          <p:cNvPr id="20" name="Picture 19">
            <a:extLst>
              <a:ext uri="{FF2B5EF4-FFF2-40B4-BE49-F238E27FC236}">
                <a16:creationId xmlns:a16="http://schemas.microsoft.com/office/drawing/2014/main" id="{A596295B-AB86-49FF-9532-A3E68A081481}"/>
              </a:ext>
            </a:extLst>
          </p:cNvPr>
          <p:cNvPicPr>
            <a:picLocks noChangeAspect="1"/>
          </p:cNvPicPr>
          <p:nvPr/>
        </p:nvPicPr>
        <p:blipFill>
          <a:blip r:embed="rId5"/>
          <a:stretch>
            <a:fillRect/>
          </a:stretch>
        </p:blipFill>
        <p:spPr>
          <a:xfrm>
            <a:off x="1289251" y="387338"/>
            <a:ext cx="2441202" cy="1917407"/>
          </a:xfrm>
          <a:prstGeom prst="rect">
            <a:avLst/>
          </a:prstGeom>
        </p:spPr>
      </p:pic>
      <p:pic>
        <p:nvPicPr>
          <p:cNvPr id="22" name="Picture 21">
            <a:extLst>
              <a:ext uri="{FF2B5EF4-FFF2-40B4-BE49-F238E27FC236}">
                <a16:creationId xmlns:a16="http://schemas.microsoft.com/office/drawing/2014/main" id="{454306A6-2159-4BBC-87C7-1706F551BF2B}"/>
              </a:ext>
            </a:extLst>
          </p:cNvPr>
          <p:cNvPicPr>
            <a:picLocks noChangeAspect="1"/>
          </p:cNvPicPr>
          <p:nvPr/>
        </p:nvPicPr>
        <p:blipFill>
          <a:blip r:embed="rId6"/>
          <a:stretch>
            <a:fillRect/>
          </a:stretch>
        </p:blipFill>
        <p:spPr>
          <a:xfrm>
            <a:off x="6829386" y="436748"/>
            <a:ext cx="2380886" cy="1898360"/>
          </a:xfrm>
          <a:prstGeom prst="rect">
            <a:avLst/>
          </a:prstGeom>
        </p:spPr>
      </p:pic>
      <p:pic>
        <p:nvPicPr>
          <p:cNvPr id="24" name="Picture 23">
            <a:extLst>
              <a:ext uri="{FF2B5EF4-FFF2-40B4-BE49-F238E27FC236}">
                <a16:creationId xmlns:a16="http://schemas.microsoft.com/office/drawing/2014/main" id="{21938A3A-8934-450F-B377-DA6A45CB4C32}"/>
              </a:ext>
            </a:extLst>
          </p:cNvPr>
          <p:cNvPicPr>
            <a:picLocks noChangeAspect="1"/>
          </p:cNvPicPr>
          <p:nvPr/>
        </p:nvPicPr>
        <p:blipFill>
          <a:blip r:embed="rId7"/>
          <a:stretch>
            <a:fillRect/>
          </a:stretch>
        </p:blipFill>
        <p:spPr>
          <a:xfrm>
            <a:off x="9113487" y="2942656"/>
            <a:ext cx="2380886" cy="1914232"/>
          </a:xfrm>
          <a:prstGeom prst="rect">
            <a:avLst/>
          </a:prstGeom>
        </p:spPr>
      </p:pic>
      <p:pic>
        <p:nvPicPr>
          <p:cNvPr id="26" name="Picture 25">
            <a:extLst>
              <a:ext uri="{FF2B5EF4-FFF2-40B4-BE49-F238E27FC236}">
                <a16:creationId xmlns:a16="http://schemas.microsoft.com/office/drawing/2014/main" id="{1CBF90B9-23D4-427C-9E02-1C522978AC01}"/>
              </a:ext>
            </a:extLst>
          </p:cNvPr>
          <p:cNvPicPr>
            <a:picLocks noChangeAspect="1"/>
          </p:cNvPicPr>
          <p:nvPr/>
        </p:nvPicPr>
        <p:blipFill>
          <a:blip r:embed="rId8"/>
          <a:stretch>
            <a:fillRect/>
          </a:stretch>
        </p:blipFill>
        <p:spPr>
          <a:xfrm>
            <a:off x="1643871" y="4800585"/>
            <a:ext cx="2441202" cy="1917407"/>
          </a:xfrm>
          <a:prstGeom prst="rect">
            <a:avLst/>
          </a:prstGeom>
        </p:spPr>
      </p:pic>
      <p:sp>
        <p:nvSpPr>
          <p:cNvPr id="3" name="TextBox 2">
            <a:extLst>
              <a:ext uri="{FF2B5EF4-FFF2-40B4-BE49-F238E27FC236}">
                <a16:creationId xmlns:a16="http://schemas.microsoft.com/office/drawing/2014/main" id="{29109D47-CEFC-4C75-B3BE-BB97467718B4}"/>
              </a:ext>
            </a:extLst>
          </p:cNvPr>
          <p:cNvSpPr txBox="1"/>
          <p:nvPr/>
        </p:nvSpPr>
        <p:spPr>
          <a:xfrm>
            <a:off x="243904" y="502952"/>
            <a:ext cx="1005829" cy="1384995"/>
          </a:xfrm>
          <a:prstGeom prst="rect">
            <a:avLst/>
          </a:prstGeom>
          <a:noFill/>
        </p:spPr>
        <p:txBody>
          <a:bodyPr wrap="square" rtlCol="0">
            <a:spAutoFit/>
          </a:bodyPr>
          <a:lstStyle/>
          <a:p>
            <a:r>
              <a:rPr lang="en-US" sz="1050" dirty="0"/>
              <a:t>1. We first used just the difference in the mean contour length between the two patches as the dv.</a:t>
            </a:r>
          </a:p>
        </p:txBody>
      </p:sp>
      <p:sp>
        <p:nvSpPr>
          <p:cNvPr id="12" name="TextBox 11">
            <a:extLst>
              <a:ext uri="{FF2B5EF4-FFF2-40B4-BE49-F238E27FC236}">
                <a16:creationId xmlns:a16="http://schemas.microsoft.com/office/drawing/2014/main" id="{D7DB5D43-6017-480D-9330-7E46A1342216}"/>
              </a:ext>
            </a:extLst>
          </p:cNvPr>
          <p:cNvSpPr txBox="1"/>
          <p:nvPr/>
        </p:nvSpPr>
        <p:spPr>
          <a:xfrm>
            <a:off x="4747028" y="502952"/>
            <a:ext cx="1898933" cy="2031325"/>
          </a:xfrm>
          <a:prstGeom prst="rect">
            <a:avLst/>
          </a:prstGeom>
          <a:noFill/>
        </p:spPr>
        <p:txBody>
          <a:bodyPr wrap="square" rtlCol="0">
            <a:spAutoFit/>
          </a:bodyPr>
          <a:lstStyle/>
          <a:p>
            <a:r>
              <a:rPr lang="en-US" sz="1050" dirty="0"/>
              <a:t>2. Then made the dv more sophisticated using an LLR assuming contours come from two different normal distributions, vs one. This takes into account the distribution of all lengths, not just mean. But this didn’t improve performance, and the dv became less normal (which is bad when combining with other </a:t>
            </a:r>
            <a:r>
              <a:rPr lang="en-US" sz="1050" dirty="0" err="1"/>
              <a:t>dv’s</a:t>
            </a:r>
            <a:r>
              <a:rPr lang="en-US" sz="1050" dirty="0"/>
              <a:t>).</a:t>
            </a:r>
          </a:p>
        </p:txBody>
      </p:sp>
      <p:sp>
        <p:nvSpPr>
          <p:cNvPr id="13" name="TextBox 12">
            <a:extLst>
              <a:ext uri="{FF2B5EF4-FFF2-40B4-BE49-F238E27FC236}">
                <a16:creationId xmlns:a16="http://schemas.microsoft.com/office/drawing/2014/main" id="{DA248CEB-8354-4B55-8B7E-14C2F549B9E6}"/>
              </a:ext>
            </a:extLst>
          </p:cNvPr>
          <p:cNvSpPr txBox="1"/>
          <p:nvPr/>
        </p:nvSpPr>
        <p:spPr>
          <a:xfrm>
            <a:off x="243904" y="2942656"/>
            <a:ext cx="1372058" cy="1384995"/>
          </a:xfrm>
          <a:prstGeom prst="rect">
            <a:avLst/>
          </a:prstGeom>
          <a:noFill/>
        </p:spPr>
        <p:txBody>
          <a:bodyPr wrap="square" rtlCol="0">
            <a:spAutoFit/>
          </a:bodyPr>
          <a:lstStyle/>
          <a:p>
            <a:r>
              <a:rPr lang="en-US" sz="1050" dirty="0"/>
              <a:t>3. Then I found that contour lengths are actually quite exponentially distributed across the different textures. The means were similar to the sd.</a:t>
            </a:r>
          </a:p>
        </p:txBody>
      </p:sp>
      <p:sp>
        <p:nvSpPr>
          <p:cNvPr id="15" name="TextBox 14">
            <a:extLst>
              <a:ext uri="{FF2B5EF4-FFF2-40B4-BE49-F238E27FC236}">
                <a16:creationId xmlns:a16="http://schemas.microsoft.com/office/drawing/2014/main" id="{406F1055-59C3-495A-8883-7BBDB47EA598}"/>
              </a:ext>
            </a:extLst>
          </p:cNvPr>
          <p:cNvSpPr txBox="1"/>
          <p:nvPr/>
        </p:nvSpPr>
        <p:spPr>
          <a:xfrm>
            <a:off x="7541210" y="2942656"/>
            <a:ext cx="1372058" cy="1384995"/>
          </a:xfrm>
          <a:prstGeom prst="rect">
            <a:avLst/>
          </a:prstGeom>
          <a:noFill/>
        </p:spPr>
        <p:txBody>
          <a:bodyPr wrap="square" rtlCol="0">
            <a:spAutoFit/>
          </a:bodyPr>
          <a:lstStyle/>
          <a:p>
            <a:r>
              <a:rPr lang="en-US" sz="1050" dirty="0"/>
              <a:t>4. Then we constructed a dv which is the LLR assuming exponential distributions. This dv was still similar performance and not normal.</a:t>
            </a:r>
          </a:p>
        </p:txBody>
      </p:sp>
      <p:sp>
        <p:nvSpPr>
          <p:cNvPr id="17" name="TextBox 16">
            <a:extLst>
              <a:ext uri="{FF2B5EF4-FFF2-40B4-BE49-F238E27FC236}">
                <a16:creationId xmlns:a16="http://schemas.microsoft.com/office/drawing/2014/main" id="{B1F237B9-BC94-4542-A9F1-F1B5366E805C}"/>
              </a:ext>
            </a:extLst>
          </p:cNvPr>
          <p:cNvSpPr txBox="1"/>
          <p:nvPr/>
        </p:nvSpPr>
        <p:spPr>
          <a:xfrm>
            <a:off x="250456" y="4800585"/>
            <a:ext cx="1372058" cy="1708160"/>
          </a:xfrm>
          <a:prstGeom prst="rect">
            <a:avLst/>
          </a:prstGeom>
          <a:noFill/>
        </p:spPr>
        <p:txBody>
          <a:bodyPr wrap="square" rtlCol="0">
            <a:spAutoFit/>
          </a:bodyPr>
          <a:lstStyle/>
          <a:p>
            <a:r>
              <a:rPr lang="en-US" sz="1050" dirty="0"/>
              <a:t>5. The log of this exponential LLR is more normal. It makes sense that performance is same as using mean difference, since the mean has all the info of an exponential distribution.</a:t>
            </a:r>
          </a:p>
        </p:txBody>
      </p:sp>
    </p:spTree>
    <p:extLst>
      <p:ext uri="{BB962C8B-B14F-4D97-AF65-F5344CB8AC3E}">
        <p14:creationId xmlns:p14="http://schemas.microsoft.com/office/powerpoint/2010/main" val="999729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FF7466-0756-4151-9F09-9931A9F57919}"/>
              </a:ext>
            </a:extLst>
          </p:cNvPr>
          <p:cNvSpPr/>
          <p:nvPr/>
        </p:nvSpPr>
        <p:spPr>
          <a:xfrm>
            <a:off x="1432610" y="1051585"/>
            <a:ext cx="9783973" cy="3323987"/>
          </a:xfrm>
          <a:prstGeom prst="rect">
            <a:avLst/>
          </a:prstGeom>
        </p:spPr>
        <p:txBody>
          <a:bodyPr wrap="square">
            <a:spAutoFit/>
          </a:bodyPr>
          <a:lstStyle/>
          <a:p>
            <a:r>
              <a:rPr lang="en-US" sz="2800" dirty="0">
                <a:solidFill>
                  <a:srgbClr val="000000"/>
                </a:solidFill>
                <a:latin typeface="Arial" panose="020B0604020202020204" pitchFamily="34" charset="0"/>
              </a:rPr>
              <a:t>Model</a:t>
            </a:r>
            <a:endParaRPr lang="en-US" dirty="0"/>
          </a:p>
          <a:p>
            <a:pPr fontAlgn="base">
              <a:buFont typeface="Arial" panose="020B0604020202020204" pitchFamily="34" charset="0"/>
              <a:buChar char="•"/>
            </a:pPr>
            <a:r>
              <a:rPr lang="en-US" dirty="0">
                <a:solidFill>
                  <a:srgbClr val="595959"/>
                </a:solidFill>
                <a:latin typeface="Arial" panose="020B0604020202020204" pitchFamily="34" charset="0"/>
              </a:rPr>
              <a:t> Model: a simple CNN (similar to the DQN network)</a:t>
            </a:r>
          </a:p>
          <a:p>
            <a:pPr marL="742950" lvl="1" indent="-285750" fontAlgn="base">
              <a:buFont typeface="Arial" panose="020B0604020202020204" pitchFamily="34" charset="0"/>
              <a:buChar char="•"/>
            </a:pPr>
            <a:r>
              <a:rPr lang="en-US" sz="1600" dirty="0">
                <a:solidFill>
                  <a:srgbClr val="595959"/>
                </a:solidFill>
                <a:latin typeface="Arial" panose="020B0604020202020204" pitchFamily="34" charset="0"/>
              </a:rPr>
              <a:t>Conv1 -&gt; Conv2 -&gt; dropout(0.25) -&gt; Conv3 -&gt; dropout(0.5) -&gt; FC1 -&gt; FC2.</a:t>
            </a:r>
          </a:p>
          <a:p>
            <a:pPr marL="742950" lvl="1" indent="-285750" fontAlgn="base">
              <a:buFont typeface="Arial" panose="020B0604020202020204" pitchFamily="34" charset="0"/>
              <a:buChar char="•"/>
            </a:pPr>
            <a:r>
              <a:rPr lang="en-US" sz="1600" dirty="0">
                <a:solidFill>
                  <a:srgbClr val="595959"/>
                </a:solidFill>
                <a:latin typeface="Arial" panose="020B0604020202020204" pitchFamily="34" charset="0"/>
              </a:rPr>
              <a:t>Shape: 64x64x2 -&gt; 31x31x32 -&gt; 15x15x64 -&gt; 7x7x64 (3136) -&gt; 512 -&gt; 2.</a:t>
            </a:r>
          </a:p>
          <a:p>
            <a:pPr marL="742950" lvl="1" indent="-285750" fontAlgn="base">
              <a:spcAft>
                <a:spcPts val="1200"/>
              </a:spcAft>
              <a:buFont typeface="Arial" panose="020B0604020202020204" pitchFamily="34" charset="0"/>
              <a:buChar char="•"/>
            </a:pPr>
            <a:r>
              <a:rPr lang="en-US" sz="1600" dirty="0">
                <a:solidFill>
                  <a:srgbClr val="595959"/>
                </a:solidFill>
                <a:latin typeface="Arial" panose="020B0604020202020204" pitchFamily="34" charset="0"/>
              </a:rPr>
              <a:t>NLL loss, Adam optimizer (</a:t>
            </a:r>
            <a:r>
              <a:rPr lang="en-US" sz="1600" dirty="0" err="1">
                <a:solidFill>
                  <a:srgbClr val="595959"/>
                </a:solidFill>
                <a:latin typeface="Arial" panose="020B0604020202020204" pitchFamily="34" charset="0"/>
              </a:rPr>
              <a:t>lr</a:t>
            </a:r>
            <a:r>
              <a:rPr lang="en-US" sz="1600" dirty="0">
                <a:solidFill>
                  <a:srgbClr val="595959"/>
                </a:solidFill>
                <a:latin typeface="Arial" panose="020B0604020202020204" pitchFamily="34" charset="0"/>
              </a:rPr>
              <a:t>=1e-4), batch size=64, epoch=50.</a:t>
            </a:r>
          </a:p>
          <a:p>
            <a:pPr fontAlgn="base">
              <a:buFont typeface="Arial" panose="020B0604020202020204" pitchFamily="34" charset="0"/>
              <a:buChar char="•"/>
            </a:pPr>
            <a:r>
              <a:rPr lang="en-US" sz="1600" dirty="0">
                <a:solidFill>
                  <a:srgbClr val="0000FF"/>
                </a:solidFill>
                <a:latin typeface="Arial" panose="020B0604020202020204" pitchFamily="34" charset="0"/>
              </a:rPr>
              <a:t> Task 1 (discrimination) </a:t>
            </a:r>
          </a:p>
          <a:p>
            <a:pPr marL="742950" lvl="1" indent="-285750" fontAlgn="base">
              <a:buFont typeface="Arial" panose="020B0604020202020204" pitchFamily="34" charset="0"/>
              <a:buChar char="•"/>
            </a:pPr>
            <a:r>
              <a:rPr lang="en-US" sz="1600" dirty="0">
                <a:solidFill>
                  <a:srgbClr val="595959"/>
                </a:solidFill>
                <a:latin typeface="Arial" panose="020B0604020202020204" pitchFamily="34" charset="0"/>
              </a:rPr>
              <a:t>Train: 100K pairs from 60 classes.</a:t>
            </a:r>
          </a:p>
          <a:p>
            <a:pPr marL="742950" lvl="1" indent="-285750" fontAlgn="base">
              <a:spcAft>
                <a:spcPts val="1200"/>
              </a:spcAft>
              <a:buFont typeface="Arial" panose="020B0604020202020204" pitchFamily="34" charset="0"/>
              <a:buChar char="•"/>
            </a:pPr>
            <a:r>
              <a:rPr lang="en-US" sz="1600" dirty="0">
                <a:solidFill>
                  <a:srgbClr val="595959"/>
                </a:solidFill>
                <a:latin typeface="Arial" panose="020B0604020202020204" pitchFamily="34" charset="0"/>
              </a:rPr>
              <a:t>Test: 10K pairs from 60 classes.</a:t>
            </a:r>
          </a:p>
          <a:p>
            <a:pPr fontAlgn="base">
              <a:buFont typeface="Arial" panose="020B0604020202020204" pitchFamily="34" charset="0"/>
              <a:buChar char="•"/>
            </a:pPr>
            <a:r>
              <a:rPr lang="en-US" sz="1600" dirty="0">
                <a:solidFill>
                  <a:srgbClr val="FF0000"/>
                </a:solidFill>
                <a:latin typeface="Arial" panose="020B0604020202020204" pitchFamily="34" charset="0"/>
              </a:rPr>
              <a:t> Task 2 (generalization)</a:t>
            </a:r>
          </a:p>
          <a:p>
            <a:pPr marL="742950" lvl="1" indent="-285750" fontAlgn="base">
              <a:buFont typeface="Arial" panose="020B0604020202020204" pitchFamily="34" charset="0"/>
              <a:buChar char="•"/>
            </a:pPr>
            <a:r>
              <a:rPr lang="en-US" sz="1600" dirty="0">
                <a:solidFill>
                  <a:srgbClr val="595959"/>
                </a:solidFill>
                <a:latin typeface="Arial" panose="020B0604020202020204" pitchFamily="34" charset="0"/>
              </a:rPr>
              <a:t>Train: 100K pairs from 50 classes.</a:t>
            </a:r>
          </a:p>
          <a:p>
            <a:pPr marL="742950" lvl="1" indent="-285750" fontAlgn="base">
              <a:spcAft>
                <a:spcPts val="1200"/>
              </a:spcAft>
              <a:buFont typeface="Arial" panose="020B0604020202020204" pitchFamily="34" charset="0"/>
              <a:buChar char="•"/>
            </a:pPr>
            <a:r>
              <a:rPr lang="en-US" sz="1600" dirty="0">
                <a:solidFill>
                  <a:srgbClr val="595959"/>
                </a:solidFill>
                <a:latin typeface="Arial" panose="020B0604020202020204" pitchFamily="34" charset="0"/>
              </a:rPr>
              <a:t>Test: 10K pairs from 10 unseen classes.</a:t>
            </a:r>
            <a:endParaRPr lang="en-US" sz="1600" b="0" i="0" u="none" strike="noStrike" dirty="0">
              <a:solidFill>
                <a:srgbClr val="595959"/>
              </a:solidFill>
              <a:effectLst/>
              <a:latin typeface="Arial" panose="020B0604020202020204" pitchFamily="34" charset="0"/>
            </a:endParaRPr>
          </a:p>
        </p:txBody>
      </p:sp>
      <p:sp>
        <p:nvSpPr>
          <p:cNvPr id="3" name="TextBox 2">
            <a:extLst>
              <a:ext uri="{FF2B5EF4-FFF2-40B4-BE49-F238E27FC236}">
                <a16:creationId xmlns:a16="http://schemas.microsoft.com/office/drawing/2014/main" id="{83CC8548-254A-4E1B-A40B-00EAC8DB7535}"/>
              </a:ext>
            </a:extLst>
          </p:cNvPr>
          <p:cNvSpPr txBox="1"/>
          <p:nvPr/>
        </p:nvSpPr>
        <p:spPr>
          <a:xfrm>
            <a:off x="3627147" y="137196"/>
            <a:ext cx="3987758" cy="461665"/>
          </a:xfrm>
          <a:prstGeom prst="rect">
            <a:avLst/>
          </a:prstGeom>
          <a:noFill/>
        </p:spPr>
        <p:txBody>
          <a:bodyPr wrap="none" rtlCol="0">
            <a:spAutoFit/>
          </a:bodyPr>
          <a:lstStyle/>
          <a:p>
            <a:r>
              <a:rPr lang="en-US" sz="2400" b="1" dirty="0"/>
              <a:t>Simple CNN Model (first pass)</a:t>
            </a:r>
          </a:p>
        </p:txBody>
      </p:sp>
      <p:sp>
        <p:nvSpPr>
          <p:cNvPr id="4" name="TextBox 3">
            <a:extLst>
              <a:ext uri="{FF2B5EF4-FFF2-40B4-BE49-F238E27FC236}">
                <a16:creationId xmlns:a16="http://schemas.microsoft.com/office/drawing/2014/main" id="{8875A917-04D3-4360-AA6C-59CFE4BD331F}"/>
              </a:ext>
            </a:extLst>
          </p:cNvPr>
          <p:cNvSpPr txBox="1"/>
          <p:nvPr/>
        </p:nvSpPr>
        <p:spPr>
          <a:xfrm>
            <a:off x="1615489" y="5074902"/>
            <a:ext cx="9806018" cy="369332"/>
          </a:xfrm>
          <a:prstGeom prst="rect">
            <a:avLst/>
          </a:prstGeom>
          <a:noFill/>
        </p:spPr>
        <p:txBody>
          <a:bodyPr wrap="none" rtlCol="0">
            <a:spAutoFit/>
          </a:bodyPr>
          <a:lstStyle/>
          <a:p>
            <a:r>
              <a:rPr lang="en-US" dirty="0"/>
              <a:t>To consider biologically plausible CNN architectures, read </a:t>
            </a:r>
            <a:r>
              <a:rPr lang="en-US" dirty="0" err="1"/>
              <a:t>Yamins</a:t>
            </a:r>
            <a:r>
              <a:rPr lang="en-US" dirty="0"/>
              <a:t> &amp; DiCarlo review (2016 Nature Neuro)</a:t>
            </a:r>
          </a:p>
        </p:txBody>
      </p:sp>
    </p:spTree>
    <p:extLst>
      <p:ext uri="{BB962C8B-B14F-4D97-AF65-F5344CB8AC3E}">
        <p14:creationId xmlns:p14="http://schemas.microsoft.com/office/powerpoint/2010/main" val="1076987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648D39D3-CE84-4C95-AD99-FD75CD2D9D28}"/>
              </a:ext>
            </a:extLst>
          </p:cNvPr>
          <p:cNvGraphicFramePr>
            <a:graphicFrameLocks noChangeAspect="1"/>
          </p:cNvGraphicFramePr>
          <p:nvPr/>
        </p:nvGraphicFramePr>
        <p:xfrm>
          <a:off x="821724" y="411513"/>
          <a:ext cx="10707564" cy="5943535"/>
        </p:xfrm>
        <a:graphic>
          <a:graphicData uri="http://schemas.openxmlformats.org/presentationml/2006/ole">
            <mc:AlternateContent xmlns:mc="http://schemas.openxmlformats.org/markup-compatibility/2006">
              <mc:Choice xmlns:v="urn:schemas-microsoft-com:vml" Requires="v">
                <p:oleObj name="Image" r:id="rId2" imgW="33079320" imgH="18501480" progId="Photoshop.Image.13">
                  <p:embed/>
                </p:oleObj>
              </mc:Choice>
              <mc:Fallback>
                <p:oleObj name="Image" r:id="rId2" imgW="33079320" imgH="18501480" progId="Photoshop.Image.13">
                  <p:embed/>
                  <p:pic>
                    <p:nvPicPr>
                      <p:cNvPr id="4" name="Object 3">
                        <a:extLst>
                          <a:ext uri="{FF2B5EF4-FFF2-40B4-BE49-F238E27FC236}">
                            <a16:creationId xmlns:a16="http://schemas.microsoft.com/office/drawing/2014/main" id="{648D39D3-CE84-4C95-AD99-FD75CD2D9D28}"/>
                          </a:ext>
                        </a:extLst>
                      </p:cNvPr>
                      <p:cNvPicPr/>
                      <p:nvPr/>
                    </p:nvPicPr>
                    <p:blipFill>
                      <a:blip r:embed="rId3"/>
                      <a:stretch>
                        <a:fillRect/>
                      </a:stretch>
                    </p:blipFill>
                    <p:spPr>
                      <a:xfrm>
                        <a:off x="821724" y="411513"/>
                        <a:ext cx="10707564" cy="5943535"/>
                      </a:xfrm>
                      <a:prstGeom prst="rect">
                        <a:avLst/>
                      </a:prstGeom>
                    </p:spPr>
                  </p:pic>
                </p:oleObj>
              </mc:Fallback>
            </mc:AlternateContent>
          </a:graphicData>
        </a:graphic>
      </p:graphicFrame>
    </p:spTree>
    <p:extLst>
      <p:ext uri="{BB962C8B-B14F-4D97-AF65-F5344CB8AC3E}">
        <p14:creationId xmlns:p14="http://schemas.microsoft.com/office/powerpoint/2010/main" val="3668589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TotalTime>
  <Words>1048</Words>
  <Application>Microsoft Office PowerPoint</Application>
  <PresentationFormat>Widescreen</PresentationFormat>
  <Paragraphs>80</Paragraphs>
  <Slides>15</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15</vt:i4>
      </vt:variant>
    </vt:vector>
  </HeadingPairs>
  <TitlesOfParts>
    <vt:vector size="22" baseType="lpstr">
      <vt:lpstr>Arial</vt:lpstr>
      <vt:lpstr>Calibri</vt:lpstr>
      <vt:lpstr>Calibri Light</vt:lpstr>
      <vt:lpstr>Cambria Math</vt:lpstr>
      <vt:lpstr>Office Theme</vt:lpstr>
      <vt:lpstr>Equation</vt:lpstr>
      <vt:lpstr>Image</vt:lpstr>
      <vt:lpstr>PowerPoint Presentation</vt:lpstr>
      <vt:lpstr>Finding theoretical distributions for different empirically sampled features</vt:lpstr>
      <vt:lpstr>PowerPoint Presentation</vt:lpstr>
      <vt:lpstr>PowerPoint Presentation</vt:lpstr>
      <vt:lpstr>PowerPoint Presentation</vt:lpstr>
      <vt:lpstr>PowerPoint Presentation</vt:lpstr>
      <vt:lpstr>PowerPoint Presentation</vt:lpstr>
      <vt:lpstr>PowerPoint Presentation</vt:lpstr>
      <vt:lpstr>Phase pattern cue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Bill2 WSG. Geisler</dc:creator>
  <cp:lastModifiedBy>Das, Abhranil</cp:lastModifiedBy>
  <cp:revision>9</cp:revision>
  <dcterms:created xsi:type="dcterms:W3CDTF">2023-04-18T21:44:44Z</dcterms:created>
  <dcterms:modified xsi:type="dcterms:W3CDTF">2024-09-17T22:31:31Z</dcterms:modified>
</cp:coreProperties>
</file>